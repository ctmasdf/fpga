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0DD18-F206-477C-BCF8-F54527BB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5F1F2B-9CC4-437B-B776-AA8591E1D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5226DB-5C9C-4EFA-8DC2-1BCA65F7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4350D6-B1A9-4C8C-81F6-1885BBA7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7A36B-4C7E-40A5-8C63-41C71F20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84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6272C-290F-4B27-9145-AD6C5A8F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EA8BD-C075-42E2-8DDA-93B3CC7D5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35DFA-3AB5-4B6B-917D-BCBC60A6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35469F-C5FA-458D-9EA4-CE4A9061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01648-02D0-42DE-8D4F-3AA1BE73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691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C719B-70DF-48F0-AF89-0E11492B8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356A42-4730-4942-965E-C7E1158F4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4D9FB-4C41-44C4-B777-E5CF3E44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EF6E44-4796-4309-85BE-A9F5FC92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49583-1154-4B32-B8F9-1E3139A2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25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5DDBB-EE36-494E-A5D5-BC820928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5C79D1-BEEA-4B8A-A5AA-5C7474EB5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D322D8-8610-44A6-B690-32552DC4D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B3D242-C25F-45D8-82C0-D83A5A1AA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C039C3-A3F0-43BD-BE40-D6AEAFC7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C06735-353B-4AB4-ABAF-9627B2BE1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33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78333-FE6C-4EB7-B71F-AE48A6536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9E708-C784-4C1A-91D6-729D1EF1A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35410F-64CB-4DE0-8F7E-3E26883A5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94137B-7553-4F66-850E-E5148233A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CB4D05-3FB0-4134-AE04-6107DF48C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E30FC7-B819-4339-BF81-2A5E42A5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E418C4-9A27-4CC2-B3DE-18CBCDB0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638AE4-75C2-49D7-884D-AE5C9DEF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39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0B3B7-0B18-47DB-A277-6672F346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C37860-D1D1-486E-B372-C6DE0312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5EFAED-3FCF-4682-9A8E-EC90D119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924F37-ECFF-4620-A973-3AE245DD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319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924817-6DD0-495A-84EE-58596597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13D7FF-3AD9-45B0-9488-B1A7CC70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62B84C-6A12-470C-8E3E-6DFAE6E8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45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65871-F815-43D8-AEE8-2AD94D48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EFDDC-A54E-4C54-A526-6B8366FED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27B2AF-9FAF-4EA4-B581-B42063A38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89130E-4190-4BF2-B1D4-E152E650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4005FE-9723-45B0-8452-DAA9FE84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4B06B9-3072-45FC-AD8E-ADCC3A6A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24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BA7F3-9909-4EF9-B957-1634CDEF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861D53-1FC7-4536-9483-B1390D0585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60CF4A-CF74-492E-A5E7-7645B46FB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D58E0C-3BA1-48F0-BEBA-FCE1A6400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CD139F-CF85-4847-B8BD-82592B52A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458F41-933E-4090-AE63-AE52E2D6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01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70B65-D403-47C1-AE9E-C0F5BCA7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E7954E-CEE8-4795-B161-ECE45E24D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BEE8B-30E8-4796-A3D6-11DD40B3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C22C36-E8B2-4920-B7EC-7766BCC3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B72829-54D7-46D8-A7A5-6C460F66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09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9FDFD3-6B31-41C1-9DCB-786178945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AC30DF-A94E-4D73-957C-8EB3A439A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DE820-99A1-494B-A345-0A11BC12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E59C4-72CD-4A21-A009-1415C77B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F07407-8541-4D8B-81BF-0E2AFA43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44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A1B76E-32AA-41A1-9F50-76A17621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DD9BF-A875-4CAE-8601-8ED20BC6F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973CF7-FAF6-491D-910F-7F99DD802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F6797-DC66-4266-9621-CD81403586D9}" type="datetimeFigureOut">
              <a:rPr lang="ko-KR" altLang="en-US" smtClean="0"/>
              <a:t>2024-10-28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B91E4D-22E8-43EC-BD59-171ADFC05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FCDBC1-D66C-4D82-94BD-21928EFE1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D9F99-9436-48A4-84A8-FE5FB366C0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89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00bfuIwpys?si=VoyKOj2QwJHsFFvj" TargetMode="External"/><Relationship Id="rId2" Type="http://schemas.openxmlformats.org/officeDocument/2006/relationships/hyperlink" Target="https://youtu.be/vCX_CYNrquI?si=EhpIESpn0wScBbYP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youtu.be/BZC5qBIQfkw?si=xXYTVWeW8OODsSJ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6733A-C668-490B-9CA7-ADC1F53309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FPGA2 Week9 Team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D54525-8068-4AB7-801B-30D9137C07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2021041091_</a:t>
            </a:r>
            <a:r>
              <a:rPr lang="ko-KR" altLang="en-US" dirty="0" err="1"/>
              <a:t>한규철</a:t>
            </a:r>
            <a:r>
              <a:rPr lang="en-US" altLang="ko-KR" dirty="0"/>
              <a:t>, 2021041089_</a:t>
            </a:r>
            <a:r>
              <a:rPr lang="ko-KR" altLang="en-US" dirty="0"/>
              <a:t>최태민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830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E24E1-DEE4-46EB-ADF3-830382EFB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99" y="1111745"/>
            <a:ext cx="10515600" cy="800945"/>
          </a:xfrm>
        </p:spPr>
        <p:txBody>
          <a:bodyPr/>
          <a:lstStyle/>
          <a:p>
            <a:r>
              <a:rPr lang="ko-KR" altLang="en-US" dirty="0"/>
              <a:t>동작영상 유튜브 주소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004D720-B9EC-409D-9C8C-9C20FF47E1A1}"/>
              </a:ext>
            </a:extLst>
          </p:cNvPr>
          <p:cNvSpPr txBox="1">
            <a:spLocks/>
          </p:cNvSpPr>
          <p:nvPr/>
        </p:nvSpPr>
        <p:spPr>
          <a:xfrm>
            <a:off x="687199" y="2534276"/>
            <a:ext cx="10515600" cy="1789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존슨 카운터 영상 </a:t>
            </a:r>
            <a:r>
              <a:rPr lang="en-US" altLang="ko-KR" sz="2000" dirty="0"/>
              <a:t>: </a:t>
            </a:r>
            <a:r>
              <a:rPr lang="en-US" altLang="ko-KR" sz="2000" u="sng" dirty="0">
                <a:hlinkClick r:id="rId2"/>
              </a:rPr>
              <a:t>https://youtu.be/vCX_CYNrquI?si=EhpIESpn0wScBbYP</a:t>
            </a:r>
            <a:endParaRPr lang="en-US" altLang="ko-KR" sz="2000" dirty="0"/>
          </a:p>
          <a:p>
            <a:r>
              <a:rPr lang="ko-KR" altLang="en-US" sz="2000" dirty="0"/>
              <a:t>실습 응용 </a:t>
            </a:r>
            <a:r>
              <a:rPr lang="ko-KR" altLang="en-US" sz="2000" dirty="0" err="1"/>
              <a:t>링카운터</a:t>
            </a:r>
            <a:r>
              <a:rPr lang="ko-KR" altLang="en-US" sz="2000" dirty="0"/>
              <a:t> 영상 </a:t>
            </a:r>
            <a:r>
              <a:rPr lang="en-US" altLang="ko-KR" sz="2000" dirty="0"/>
              <a:t>: </a:t>
            </a:r>
            <a:r>
              <a:rPr lang="en-US" altLang="ko-KR" sz="2000" u="sng" dirty="0">
                <a:hlinkClick r:id="rId3"/>
              </a:rPr>
              <a:t>https://youtu.be/B00bfuIwpys?si=VoyKOj2QwJHsFFvj</a:t>
            </a:r>
            <a:endParaRPr lang="en-US" altLang="ko-KR" sz="2000" dirty="0"/>
          </a:p>
          <a:p>
            <a:r>
              <a:rPr lang="ko-KR" altLang="en-US" sz="2000" dirty="0"/>
              <a:t>실습 응용 </a:t>
            </a:r>
            <a:r>
              <a:rPr lang="ko-KR" altLang="en-US" sz="2000" dirty="0" err="1"/>
              <a:t>리플카운터</a:t>
            </a:r>
            <a:r>
              <a:rPr lang="ko-KR" altLang="en-US" sz="2000" dirty="0"/>
              <a:t> 영상 </a:t>
            </a:r>
            <a:r>
              <a:rPr lang="en-US" altLang="ko-KR" sz="2000" dirty="0"/>
              <a:t>: </a:t>
            </a:r>
            <a:r>
              <a:rPr lang="en-US" altLang="ko-KR" sz="2000" u="sng" dirty="0">
                <a:hlinkClick r:id="rId4"/>
              </a:rPr>
              <a:t>https://youtu.be/BZC5qBIQfkw?si=xXYTVWeW8OODsSJy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6833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390292"/>
            <a:ext cx="10515600" cy="1325563"/>
          </a:xfrm>
        </p:spPr>
        <p:txBody>
          <a:bodyPr/>
          <a:lstStyle/>
          <a:p>
            <a:r>
              <a:rPr lang="ko-KR" altLang="en-US" dirty="0"/>
              <a:t>존슨 카운터 동작테이블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4F90D5-277A-4E58-83D8-299669120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103789"/>
              </p:ext>
            </p:extLst>
          </p:nvPr>
        </p:nvGraphicFramePr>
        <p:xfrm>
          <a:off x="1218268" y="1491453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431">
                  <a:extLst>
                    <a:ext uri="{9D8B030D-6E8A-4147-A177-3AD203B41FA5}">
                      <a16:colId xmlns:a16="http://schemas.microsoft.com/office/drawing/2014/main" val="4191577269"/>
                    </a:ext>
                  </a:extLst>
                </a:gridCol>
                <a:gridCol w="1801769">
                  <a:extLst>
                    <a:ext uri="{9D8B030D-6E8A-4147-A177-3AD203B41FA5}">
                      <a16:colId xmlns:a16="http://schemas.microsoft.com/office/drawing/2014/main" val="42436328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593288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387265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72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Johnson COUNTER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058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CLOCK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373417"/>
                  </a:ext>
                </a:extLst>
              </a:tr>
              <a:tr h="370840">
                <a:tc rowSpan="1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↑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9961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7416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8424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25321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353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8578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83749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325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88803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8944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065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94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존슨 카운터 시뮬레이션화면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2AC182-ECB0-408C-81E3-4649511C9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24486"/>
            <a:ext cx="12192000" cy="180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1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존슨 카운터 회로화면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2EF492-DF29-44FA-9670-43A881A28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80" y="1402625"/>
            <a:ext cx="4337010" cy="23144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7D3BDF-A48B-4A8D-A757-179BED87F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21" y="3605169"/>
            <a:ext cx="9213908" cy="276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7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실습응용 </a:t>
            </a:r>
            <a:r>
              <a:rPr lang="ko-KR" altLang="en-US" dirty="0" err="1"/>
              <a:t>링카운터</a:t>
            </a:r>
            <a:r>
              <a:rPr lang="ko-KR" altLang="en-US" dirty="0"/>
              <a:t> 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3A5B497-203F-48CE-A0C4-92A5ACBF9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96296"/>
              </p:ext>
            </p:extLst>
          </p:nvPr>
        </p:nvGraphicFramePr>
        <p:xfrm>
          <a:off x="1111257" y="2125064"/>
          <a:ext cx="8158579" cy="2607871"/>
        </p:xfrm>
        <a:graphic>
          <a:graphicData uri="http://schemas.openxmlformats.org/drawingml/2006/table">
            <a:tbl>
              <a:tblPr firstRow="1" bandRow="1"/>
              <a:tblGrid>
                <a:gridCol w="904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5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6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56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115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CLOCK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RESET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LOAD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Y0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Y1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Y2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Y3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BUZ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PWM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15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15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X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15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15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5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31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/>
                        <a:t>1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dirty="0"/>
                        <a:t>0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67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실습응용 </a:t>
            </a:r>
            <a:r>
              <a:rPr lang="ko-KR" altLang="en-US" dirty="0" err="1"/>
              <a:t>링카운터</a:t>
            </a:r>
            <a:r>
              <a:rPr lang="ko-KR" altLang="en-US" dirty="0"/>
              <a:t> 시뮬레이션화면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9FA49C-240A-4B3A-A8D9-CF54DC9A8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6060"/>
            <a:ext cx="12192000" cy="280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7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실습응용 </a:t>
            </a:r>
            <a:r>
              <a:rPr lang="ko-KR" altLang="en-US" dirty="0" err="1"/>
              <a:t>링카운터</a:t>
            </a:r>
            <a:r>
              <a:rPr lang="ko-KR" altLang="en-US" dirty="0"/>
              <a:t> 회로화면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B20B0F-093E-44B0-AAFB-32CFB793E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86" y="1352484"/>
            <a:ext cx="8925886" cy="26155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319266-19F4-4556-B648-514D8C160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94668"/>
            <a:ext cx="8113156" cy="269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1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실습응용 </a:t>
            </a:r>
            <a:r>
              <a:rPr lang="ko-KR" altLang="en-US" dirty="0" err="1"/>
              <a:t>리플카운터</a:t>
            </a:r>
            <a:r>
              <a:rPr lang="ko-KR" altLang="en-US" dirty="0"/>
              <a:t> 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858F8-600B-488E-B6E2-A72A5E0BF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138177"/>
              </p:ext>
            </p:extLst>
          </p:nvPr>
        </p:nvGraphicFramePr>
        <p:xfrm>
          <a:off x="653641" y="1371600"/>
          <a:ext cx="5143151" cy="5263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647">
                  <a:extLst>
                    <a:ext uri="{9D8B030D-6E8A-4147-A177-3AD203B41FA5}">
                      <a16:colId xmlns:a16="http://schemas.microsoft.com/office/drawing/2014/main" val="4191577269"/>
                    </a:ext>
                  </a:extLst>
                </a:gridCol>
                <a:gridCol w="620420">
                  <a:extLst>
                    <a:ext uri="{9D8B030D-6E8A-4147-A177-3AD203B41FA5}">
                      <a16:colId xmlns:a16="http://schemas.microsoft.com/office/drawing/2014/main" val="4243632883"/>
                    </a:ext>
                  </a:extLst>
                </a:gridCol>
                <a:gridCol w="543023">
                  <a:extLst>
                    <a:ext uri="{9D8B030D-6E8A-4147-A177-3AD203B41FA5}">
                      <a16:colId xmlns:a16="http://schemas.microsoft.com/office/drawing/2014/main" val="3759328828"/>
                    </a:ext>
                  </a:extLst>
                </a:gridCol>
                <a:gridCol w="668846">
                  <a:extLst>
                    <a:ext uri="{9D8B030D-6E8A-4147-A177-3AD203B41FA5}">
                      <a16:colId xmlns:a16="http://schemas.microsoft.com/office/drawing/2014/main" val="2613872659"/>
                    </a:ext>
                  </a:extLst>
                </a:gridCol>
                <a:gridCol w="639046">
                  <a:extLst>
                    <a:ext uri="{9D8B030D-6E8A-4147-A177-3AD203B41FA5}">
                      <a16:colId xmlns:a16="http://schemas.microsoft.com/office/drawing/2014/main" val="40772522"/>
                    </a:ext>
                  </a:extLst>
                </a:gridCol>
                <a:gridCol w="446987">
                  <a:extLst>
                    <a:ext uri="{9D8B030D-6E8A-4147-A177-3AD203B41FA5}">
                      <a16:colId xmlns:a16="http://schemas.microsoft.com/office/drawing/2014/main" val="2550875386"/>
                    </a:ext>
                  </a:extLst>
                </a:gridCol>
                <a:gridCol w="446987">
                  <a:extLst>
                    <a:ext uri="{9D8B030D-6E8A-4147-A177-3AD203B41FA5}">
                      <a16:colId xmlns:a16="http://schemas.microsoft.com/office/drawing/2014/main" val="762740523"/>
                    </a:ext>
                  </a:extLst>
                </a:gridCol>
                <a:gridCol w="446987">
                  <a:extLst>
                    <a:ext uri="{9D8B030D-6E8A-4147-A177-3AD203B41FA5}">
                      <a16:colId xmlns:a16="http://schemas.microsoft.com/office/drawing/2014/main" val="1862660972"/>
                    </a:ext>
                  </a:extLst>
                </a:gridCol>
                <a:gridCol w="581208">
                  <a:extLst>
                    <a:ext uri="{9D8B030D-6E8A-4147-A177-3AD203B41FA5}">
                      <a16:colId xmlns:a16="http://schemas.microsoft.com/office/drawing/2014/main" val="243827500"/>
                    </a:ext>
                  </a:extLst>
                </a:gridCol>
              </a:tblGrid>
              <a:tr h="299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입력</a:t>
                      </a:r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Johnson COUNTER</a:t>
                      </a:r>
                      <a:endParaRPr lang="ko-KR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058189"/>
                  </a:ext>
                </a:extLst>
              </a:tr>
              <a:tr h="2467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CLOCK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Y7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373417"/>
                  </a:ext>
                </a:extLst>
              </a:tr>
              <a:tr h="299970">
                <a:tc rowSpan="15">
                  <a:txBody>
                    <a:bodyPr/>
                    <a:lstStyle/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↑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996145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741606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842487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253216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35347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857898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837490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32511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888037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894438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065175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672347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199293"/>
                  </a:ext>
                </a:extLst>
              </a:tr>
              <a:tr h="2999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672575"/>
                  </a:ext>
                </a:extLst>
              </a:tr>
              <a:tr h="3864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038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4698B47-AFDA-4C2F-AB94-40BCE0D8B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34989"/>
              </p:ext>
            </p:extLst>
          </p:nvPr>
        </p:nvGraphicFramePr>
        <p:xfrm>
          <a:off x="5981351" y="1371600"/>
          <a:ext cx="586949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473">
                  <a:extLst>
                    <a:ext uri="{9D8B030D-6E8A-4147-A177-3AD203B41FA5}">
                      <a16:colId xmlns:a16="http://schemas.microsoft.com/office/drawing/2014/main" val="4191577269"/>
                    </a:ext>
                  </a:extLst>
                </a:gridCol>
                <a:gridCol w="733886">
                  <a:extLst>
                    <a:ext uri="{9D8B030D-6E8A-4147-A177-3AD203B41FA5}">
                      <a16:colId xmlns:a16="http://schemas.microsoft.com/office/drawing/2014/main" val="4243632883"/>
                    </a:ext>
                  </a:extLst>
                </a:gridCol>
                <a:gridCol w="466068">
                  <a:extLst>
                    <a:ext uri="{9D8B030D-6E8A-4147-A177-3AD203B41FA5}">
                      <a16:colId xmlns:a16="http://schemas.microsoft.com/office/drawing/2014/main" val="798938575"/>
                    </a:ext>
                  </a:extLst>
                </a:gridCol>
                <a:gridCol w="815853">
                  <a:extLst>
                    <a:ext uri="{9D8B030D-6E8A-4147-A177-3AD203B41FA5}">
                      <a16:colId xmlns:a16="http://schemas.microsoft.com/office/drawing/2014/main" val="3759328828"/>
                    </a:ext>
                  </a:extLst>
                </a:gridCol>
                <a:gridCol w="1004893">
                  <a:extLst>
                    <a:ext uri="{9D8B030D-6E8A-4147-A177-3AD203B41FA5}">
                      <a16:colId xmlns:a16="http://schemas.microsoft.com/office/drawing/2014/main" val="2613872659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40772522"/>
                    </a:ext>
                  </a:extLst>
                </a:gridCol>
                <a:gridCol w="1030205">
                  <a:extLst>
                    <a:ext uri="{9D8B030D-6E8A-4147-A177-3AD203B41FA5}">
                      <a16:colId xmlns:a16="http://schemas.microsoft.com/office/drawing/2014/main" val="2550875386"/>
                    </a:ext>
                  </a:extLst>
                </a:gridCol>
              </a:tblGrid>
              <a:tr h="1629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입력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Johnson COUNTER</a:t>
                      </a:r>
                      <a:endParaRPr lang="ko-KR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058189"/>
                  </a:ext>
                </a:extLst>
              </a:tr>
              <a:tr h="195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CLOCK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LOAD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Beep(</a:t>
                      </a:r>
                      <a:r>
                        <a:rPr lang="ko-KR" altLang="en-US" sz="1400" dirty="0" err="1"/>
                        <a:t>부저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373417"/>
                  </a:ext>
                </a:extLst>
              </a:tr>
              <a:tr h="195584">
                <a:tc rowSpan="16">
                  <a:txBody>
                    <a:bodyPr/>
                    <a:lstStyle/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996145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741606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842487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253216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35347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857898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837490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332511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888037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894438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065175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672347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199293"/>
                  </a:ext>
                </a:extLst>
              </a:tr>
              <a:tr h="195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672575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0382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131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52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실습응용 </a:t>
            </a:r>
            <a:r>
              <a:rPr lang="ko-KR" altLang="en-US" dirty="0" err="1"/>
              <a:t>리플카운터</a:t>
            </a:r>
            <a:r>
              <a:rPr lang="ko-KR" altLang="en-US" dirty="0"/>
              <a:t> 시뮬레이션화면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313D19-8D56-4302-87C5-4DC9575D5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5710"/>
            <a:ext cx="12192000" cy="164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10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실습응용 </a:t>
            </a:r>
            <a:r>
              <a:rPr lang="ko-KR" altLang="en-US" dirty="0" err="1"/>
              <a:t>리플카운터</a:t>
            </a:r>
            <a:r>
              <a:rPr lang="ko-KR" altLang="en-US" dirty="0"/>
              <a:t> 회로화면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B7EE02-FC74-46AE-B0D0-1A597FF74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069" y="1265076"/>
            <a:ext cx="6759084" cy="365308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1B150BB-6BEB-418A-A577-80EE2AB1E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24" y="2906749"/>
            <a:ext cx="7200787" cy="365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8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445</Words>
  <Application>Microsoft Office PowerPoint</Application>
  <PresentationFormat>와이드스크린</PresentationFormat>
  <Paragraphs>383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FPGA2 Week9 Team</vt:lpstr>
      <vt:lpstr>동작영상 유튜브 주소</vt:lpstr>
      <vt:lpstr>존슨 카운터 동작테이블</vt:lpstr>
      <vt:lpstr>존슨 카운터 시뮬레이션화면</vt:lpstr>
      <vt:lpstr>존슨 카운터 회로화면</vt:lpstr>
      <vt:lpstr>실습응용 링카운터 동작테이블</vt:lpstr>
      <vt:lpstr>실습응용 링카운터 시뮬레이션화면</vt:lpstr>
      <vt:lpstr>실습응용 링카운터 회로화면</vt:lpstr>
      <vt:lpstr>실습응용 리플카운터 동작테이블</vt:lpstr>
      <vt:lpstr>실습응용 리플카운터 시뮬레이션화면</vt:lpstr>
      <vt:lpstr>실습응용 리플카운터 회로화면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FPGA2 Week9 Team</dc:title>
  <dc:creator>USER</dc:creator>
  <cp:lastModifiedBy>USER</cp:lastModifiedBy>
  <cp:revision>10</cp:revision>
  <dcterms:created xsi:type="dcterms:W3CDTF">2024-10-28T01:40:36Z</dcterms:created>
  <dcterms:modified xsi:type="dcterms:W3CDTF">2024-10-28T04:03:58Z</dcterms:modified>
</cp:coreProperties>
</file>