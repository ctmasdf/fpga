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A28D3-926D-40A0-9A0D-473C5AD13E50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5EB8B-C234-4642-A7A3-664EBFF3DF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843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5EB8B-C234-4642-A7A3-664EBFF3DF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34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06BDC-B4C6-665E-AD85-D45B8D9ED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90E9B2-DC7E-B012-3B88-780B18B8E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606F9-ECF7-BB32-D115-AFA280AC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FE3F39-EE6F-2CCD-BE6C-72CD28A0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8548D2-AB23-7390-8B94-5B144FC8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25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2DB17-8545-7685-76E1-96539682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99753-D445-7696-3FB5-373C0F7C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EC5BAA-8696-D8A6-95DA-8401295D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006A33-ABEE-70A4-5ADA-C79DFB97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F3F8C-53D2-EEC0-CB24-B218044F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5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8C936-D60F-515B-DE01-6812F8CC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8CA6D7-B60F-A412-00A9-7A17E87EC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41BD54-672C-2852-C860-6626785A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3838F3-DC0E-0343-371F-5760E3DE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691013-D9DE-5F14-0C31-4124D680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47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BA0A1-DE82-ADC2-C295-0CF44A9C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ABDE4-99AD-CB78-D85A-ABFAEA4E4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D6A8F3-D85A-0A82-FBB1-5D16865DF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02940D-E3A4-A7A7-A2C4-114D9680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9011E3-B446-EB6A-4816-BE1BDC8A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AAC8D4-1B6A-1EA6-54AA-E0A2EE75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0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F5941-A400-FE21-B7E0-EC30D6D2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F66FD7-372E-CBF7-028B-E3E01AD1D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9B60E-2C84-94FE-66D3-82971BC65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ACCCCE-5481-6C4A-30BE-F89E129AC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B160DC-472C-6615-3C8F-7700EADF6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441D15-AEF1-0622-BE80-77E98D30B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B5CBDD-9C97-486E-BA1C-F3258DEA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E5AFDB-D26B-4E97-3679-015C0A7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61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2FECA-C6F0-E5B0-C27E-C9BA25175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D424EC-D937-E204-5297-05E3ADDA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C24E4C-2FF1-7CCF-7619-808DE164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0F574B-1466-034B-66F9-C822BDF0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667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CF1CA0-C489-2372-D4E6-0D80209C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BAF4FF-4AA1-870D-A377-B969AF9F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8881AD-5AC9-519E-5ABB-F0ADEDA5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455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828DE-31CF-AF27-9BD7-34525300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9717E8-29E8-DB5F-C489-77B09A07A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7CD345-1702-E81A-E644-2ABCF16D1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4AF988-BC97-EE5B-4BD5-AC723A3E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1A4954-6DBA-4E18-03A6-C99DF4F0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EF8C4C-2CDC-4364-E61E-6B5E4E42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1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9C538-52B9-471D-4EBB-7566CB04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6EDB9B-4FA6-FFFF-8E0C-77C1506AE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90DB50-8A81-2F00-43EA-BC2037419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F57203-81DB-8D9E-0C3A-F038C9AA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8CE879-8F5D-63F1-827E-4D6B92B4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7429B-3B3A-410B-1105-8717F0B7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00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1D47B-7180-034C-7F76-56CF4063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AF359B-6C4B-CA73-6359-A2BFB990D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EB71B3-5E17-DDB9-239E-759135C9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D0D488-7F36-BDFC-94F5-8DB12DDE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05186A-590C-45E6-C5BE-83C0D229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97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19EA1A-1317-54F4-EFE0-FE1BACE64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E98D2A-3003-127C-B126-18BA55A82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6F92BC-27CA-2791-2DC4-BC7347A2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ADCCF5-A22C-C94D-CF07-AC401A72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2B5DCD-1A50-438A-46CE-BC3E433C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92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DC65BA-B6A9-87E7-BF18-7A9483DC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4D2488-C49D-B48B-06A7-364DC0224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167681-423B-D144-DA4F-1833FE5C7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02D40-3F8B-4008-966B-11C587EFC9CF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9462C0-5120-2831-58B7-2F40E1040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0AF3A-3AA7-D4C6-25C4-51A95FBBE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11163-843C-4374-887C-BF514221DF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62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AD104-EAA3-0851-3875-CAF32C8585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week11 </a:t>
            </a:r>
            <a:r>
              <a:rPr lang="ko-KR" altLang="en-US" dirty="0"/>
              <a:t>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A8B42D-0E1C-1B15-7599-115306F7B5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학년</a:t>
            </a:r>
            <a:r>
              <a:rPr lang="en-US" altLang="ko-KR" dirty="0"/>
              <a:t>_2</a:t>
            </a:r>
            <a:r>
              <a:rPr lang="ko-KR" altLang="en-US" dirty="0"/>
              <a:t>반</a:t>
            </a:r>
            <a:r>
              <a:rPr lang="en-US" altLang="ko-KR" dirty="0"/>
              <a:t>_2021041089_</a:t>
            </a:r>
            <a:r>
              <a:rPr lang="ko-KR" altLang="en-US" dirty="0"/>
              <a:t>최태민</a:t>
            </a:r>
          </a:p>
        </p:txBody>
      </p:sp>
    </p:spTree>
    <p:extLst>
      <p:ext uri="{BB962C8B-B14F-4D97-AF65-F5344CB8AC3E}">
        <p14:creationId xmlns:p14="http://schemas.microsoft.com/office/powerpoint/2010/main" val="2868894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0755A-9DF4-1DAF-1E33-DB4B75DF5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137"/>
          </a:xfrm>
        </p:spPr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: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B83937-F520-A6DC-EA19-D1BFB37D6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684348"/>
              </p:ext>
            </p:extLst>
          </p:nvPr>
        </p:nvGraphicFramePr>
        <p:xfrm>
          <a:off x="838201" y="1287260"/>
          <a:ext cx="4452890" cy="225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578">
                  <a:extLst>
                    <a:ext uri="{9D8B030D-6E8A-4147-A177-3AD203B41FA5}">
                      <a16:colId xmlns:a16="http://schemas.microsoft.com/office/drawing/2014/main" val="322936169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4140507857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252555950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1398659911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88101310"/>
                    </a:ext>
                  </a:extLst>
                </a:gridCol>
              </a:tblGrid>
              <a:tr h="189983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 = 0, X1 = 0 </a:t>
                      </a:r>
                      <a:r>
                        <a:rPr lang="ko-KR" altLang="en-US" dirty="0"/>
                        <a:t>일 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947148"/>
                  </a:ext>
                </a:extLst>
              </a:tr>
              <a:tr h="189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813697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98176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35658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22693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19201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7499055-5D08-9EAD-7F4F-A978597B8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153318"/>
              </p:ext>
            </p:extLst>
          </p:nvPr>
        </p:nvGraphicFramePr>
        <p:xfrm>
          <a:off x="5811176" y="1287260"/>
          <a:ext cx="4452890" cy="225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578">
                  <a:extLst>
                    <a:ext uri="{9D8B030D-6E8A-4147-A177-3AD203B41FA5}">
                      <a16:colId xmlns:a16="http://schemas.microsoft.com/office/drawing/2014/main" val="322936169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4140507857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252555950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1398659911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88101310"/>
                    </a:ext>
                  </a:extLst>
                </a:gridCol>
              </a:tblGrid>
              <a:tr h="189983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 = 0, X1 = 1 </a:t>
                      </a:r>
                      <a:r>
                        <a:rPr lang="ko-KR" altLang="en-US" dirty="0"/>
                        <a:t>일 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947148"/>
                  </a:ext>
                </a:extLst>
              </a:tr>
              <a:tr h="189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813697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98176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35658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22693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19201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17BC8D3-0C2D-B919-FCB5-B0DC1615B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180073"/>
              </p:ext>
            </p:extLst>
          </p:nvPr>
        </p:nvGraphicFramePr>
        <p:xfrm>
          <a:off x="838200" y="3925407"/>
          <a:ext cx="4452890" cy="225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578">
                  <a:extLst>
                    <a:ext uri="{9D8B030D-6E8A-4147-A177-3AD203B41FA5}">
                      <a16:colId xmlns:a16="http://schemas.microsoft.com/office/drawing/2014/main" val="322936169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4140507857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252555950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1398659911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88101310"/>
                    </a:ext>
                  </a:extLst>
                </a:gridCol>
              </a:tblGrid>
              <a:tr h="189983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 = 1, X1 = 0 </a:t>
                      </a:r>
                      <a:r>
                        <a:rPr lang="ko-KR" altLang="en-US" dirty="0"/>
                        <a:t>일 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947148"/>
                  </a:ext>
                </a:extLst>
              </a:tr>
              <a:tr h="189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813697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98176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35658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22693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192018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B0E7A35-D0DC-61F8-5C70-66BD1A870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990202"/>
              </p:ext>
            </p:extLst>
          </p:nvPr>
        </p:nvGraphicFramePr>
        <p:xfrm>
          <a:off x="5811176" y="3925407"/>
          <a:ext cx="4452890" cy="225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578">
                  <a:extLst>
                    <a:ext uri="{9D8B030D-6E8A-4147-A177-3AD203B41FA5}">
                      <a16:colId xmlns:a16="http://schemas.microsoft.com/office/drawing/2014/main" val="322936169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4140507857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252555950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1398659911"/>
                    </a:ext>
                  </a:extLst>
                </a:gridCol>
                <a:gridCol w="890578">
                  <a:extLst>
                    <a:ext uri="{9D8B030D-6E8A-4147-A177-3AD203B41FA5}">
                      <a16:colId xmlns:a16="http://schemas.microsoft.com/office/drawing/2014/main" val="288101310"/>
                    </a:ext>
                  </a:extLst>
                </a:gridCol>
              </a:tblGrid>
              <a:tr h="189983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 = 1, X1 = 1 </a:t>
                      </a:r>
                      <a:r>
                        <a:rPr lang="ko-KR" altLang="en-US" dirty="0"/>
                        <a:t>일 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947148"/>
                  </a:ext>
                </a:extLst>
              </a:tr>
              <a:tr h="189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813697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98176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35658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22693"/>
                  </a:ext>
                </a:extLst>
              </a:tr>
              <a:tr h="379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19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32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192CC53-961F-F252-054B-053E0D9B9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6840"/>
            <a:ext cx="12192000" cy="33643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400755A-9DF4-1DAF-1E33-DB4B75DF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: 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F777E-773E-1355-BFB3-44BEC55FF9A2}"/>
              </a:ext>
            </a:extLst>
          </p:cNvPr>
          <p:cNvSpPr txBox="1"/>
          <p:nvPr/>
        </p:nvSpPr>
        <p:spPr>
          <a:xfrm>
            <a:off x="2285260" y="21128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가상회로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D9AAB-6ECF-55E5-7653-110952FD3B0C}"/>
              </a:ext>
            </a:extLst>
          </p:cNvPr>
          <p:cNvSpPr txBox="1"/>
          <p:nvPr/>
        </p:nvSpPr>
        <p:spPr>
          <a:xfrm>
            <a:off x="9095912" y="211288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5346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0755A-9DF4-1DAF-1E33-DB4B75DF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: </a:t>
            </a:r>
            <a:r>
              <a:rPr lang="ko-KR" altLang="en-US" dirty="0"/>
              <a:t>시뮬레이션화면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F2880D-2128-F827-9CED-6D07ACBA9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809"/>
            <a:ext cx="12192000" cy="163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0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와이드스크린</PresentationFormat>
  <Paragraphs>112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week11 과제</vt:lpstr>
      <vt:lpstr>과제 : 동작테이블</vt:lpstr>
      <vt:lpstr>과제 : 가상회로, fpga 회로</vt:lpstr>
      <vt:lpstr>과제 : 시뮬레이션화면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week11 과제</dc:title>
  <dc:creator>taemin choi</dc:creator>
  <cp:lastModifiedBy>taemin choi</cp:lastModifiedBy>
  <cp:revision>1</cp:revision>
  <dcterms:created xsi:type="dcterms:W3CDTF">2024-05-15T16:03:53Z</dcterms:created>
  <dcterms:modified xsi:type="dcterms:W3CDTF">2024-05-15T16:04:28Z</dcterms:modified>
</cp:coreProperties>
</file>