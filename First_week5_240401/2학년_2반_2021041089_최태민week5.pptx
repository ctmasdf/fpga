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5F188-463B-4C65-AC6E-683B36069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DA0AB4-0AB3-484D-AF01-1D78D1762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244A1B-4C84-4DE2-8952-6A3D4636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92645-96CD-4C13-8BCC-7B708F48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9B06F-081A-4805-8692-AEEB9620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30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DB413-F528-4564-A193-1F70C709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81B2FF-5A08-4A1C-A65E-5EC347287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7803E-950C-4969-ABE5-4D64E6D1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CCCB4-2942-49B0-9977-D2478779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EC1BA1-E663-4871-98A9-AD6DFB04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7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C603A-80A4-4ABB-BD06-2D1A55B2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70039B-8377-453A-8B36-7A7090EFB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4BE022-D128-4655-BBC0-7B8B17CD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76EB0-BE42-4D75-9D8C-EC050A86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AA17B-6E47-404A-9968-21214E9D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8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4FA37-AA6B-4A19-8672-CE2B7AAC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4884E-ACC6-4175-BF87-B5F3BDC1E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45E0D5-0852-4C19-BAD3-D45C4CE7E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4FD80D-1092-4F98-8B23-715C12FC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EB0DF2-7F6C-411C-AD18-E34C415A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F61B6E-C73B-40FB-A37A-020E884B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4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BEB57-90FC-49AB-956F-9F71BFF48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B05725-1F71-4E25-97E3-378BAE63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F5CAC8-1C6B-469B-8472-1ABE58F1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809DD1-03EE-4A33-B6B8-974D2B1FD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43F5A-282C-404A-9BCE-0B4426DC5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5917F2-A594-4E2A-8991-C4E3537D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6200F2-F0A0-4847-AE97-ECA93A57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61338D-19FE-486B-ACE7-893E49BA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47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EC182-37E2-4970-9EBD-5D2DAF79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FAA6F0-CB23-4920-952D-5C6788CA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773894-6891-4220-AE63-2DFA215C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3920CF-D0C7-4C87-BECF-0D3C3DA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61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8C79E4-9A9A-42FC-860A-2B15B364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31A26B-F996-46AE-98EB-7EF8CE94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A6D13-D309-4E7D-B027-005C9A63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0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3DF59-CE7F-4FE9-ADA3-E2227918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019CD-9FC7-47BE-A0B7-0CDF6D57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337B2E-DC00-482F-BD64-07F85417C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610F81-CD5F-4222-8B56-DDB05407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5C176A-ECE6-4584-ABBB-E12A2CE10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35E551-4F91-4C3A-A5C5-C88D0255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92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7E7A4-1213-4BC3-AA53-7F1B36CA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54D99E-7689-4674-B0AF-7A360EC5A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547466-0F4C-4130-B976-FC9A9198F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552742-6326-4467-B3C6-6C30FD8C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50872F-1991-433D-82EB-C3AB9323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5ACD1B-C4D9-45D5-95AD-2D02D61A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3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A0A57-D0B8-49B1-B23E-21736632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749E54-CB17-4F6C-B406-00D5225C4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78978-A717-4F78-8B22-F9A66339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4723C7-446F-4BCF-A382-F204B18A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5490B-1ED1-4939-BD8D-95752B6D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20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6AF209-D91A-48B8-92D8-96FAEB90E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DDF3FC-CDCE-4813-BCC2-2D73D5456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9FACEC-B9F3-43C1-9782-606EAE4A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3AB25-77FD-4BC3-9F4A-99C17DB4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B6BDD-89A9-4F76-843B-87BF9690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79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B15533-F296-4FDD-8DEE-64117D25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DC82F9-E10A-4CA7-B1AE-FB80AFBD3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BB735-7AE8-4670-B679-BF8E335DF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8B821-5AEC-4715-8754-6897C2BEFDF6}" type="datetimeFigureOut">
              <a:rPr lang="ko-KR" altLang="en-US" smtClean="0"/>
              <a:t>2024-04-01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0EC1D5-58DD-4C6A-8B81-93E9AC74C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D4CB1-07E9-452B-86C8-7521A0D97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281A9-8996-4EF6-8725-DBA2EB8DFD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63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26B57-8B3E-4554-A137-DA1A8565D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C183E8-6C13-489A-9D31-83DAA4506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학년</a:t>
            </a:r>
            <a:r>
              <a:rPr lang="en-US" altLang="ko-KR" dirty="0"/>
              <a:t>_2</a:t>
            </a:r>
            <a:r>
              <a:rPr lang="ko-KR" altLang="en-US" dirty="0"/>
              <a:t>반</a:t>
            </a:r>
            <a:r>
              <a:rPr lang="en-US" altLang="ko-KR" dirty="0"/>
              <a:t>_2021041089_</a:t>
            </a:r>
            <a:r>
              <a:rPr lang="ko-KR" altLang="en-US" dirty="0"/>
              <a:t>최태민</a:t>
            </a:r>
          </a:p>
        </p:txBody>
      </p:sp>
    </p:spTree>
    <p:extLst>
      <p:ext uri="{BB962C8B-B14F-4D97-AF65-F5344CB8AC3E}">
        <p14:creationId xmlns:p14="http://schemas.microsoft.com/office/powerpoint/2010/main" val="76327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19F16-2985-4C6F-87BC-B87D8B92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057"/>
          </a:xfrm>
        </p:spPr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BD77A2B-F7A5-4A7A-AE07-53DCD6631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50036"/>
              </p:ext>
            </p:extLst>
          </p:nvPr>
        </p:nvGraphicFramePr>
        <p:xfrm>
          <a:off x="562061" y="1389913"/>
          <a:ext cx="11199304" cy="4472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458">
                  <a:extLst>
                    <a:ext uri="{9D8B030D-6E8A-4147-A177-3AD203B41FA5}">
                      <a16:colId xmlns:a16="http://schemas.microsoft.com/office/drawing/2014/main" val="2667427529"/>
                    </a:ext>
                  </a:extLst>
                </a:gridCol>
                <a:gridCol w="1015068">
                  <a:extLst>
                    <a:ext uri="{9D8B030D-6E8A-4147-A177-3AD203B41FA5}">
                      <a16:colId xmlns:a16="http://schemas.microsoft.com/office/drawing/2014/main" val="2796817957"/>
                    </a:ext>
                  </a:extLst>
                </a:gridCol>
                <a:gridCol w="973123">
                  <a:extLst>
                    <a:ext uri="{9D8B030D-6E8A-4147-A177-3AD203B41FA5}">
                      <a16:colId xmlns:a16="http://schemas.microsoft.com/office/drawing/2014/main" val="2665962105"/>
                    </a:ext>
                  </a:extLst>
                </a:gridCol>
                <a:gridCol w="1778466">
                  <a:extLst>
                    <a:ext uri="{9D8B030D-6E8A-4147-A177-3AD203B41FA5}">
                      <a16:colId xmlns:a16="http://schemas.microsoft.com/office/drawing/2014/main" val="257489413"/>
                    </a:ext>
                  </a:extLst>
                </a:gridCol>
                <a:gridCol w="1677798">
                  <a:extLst>
                    <a:ext uri="{9D8B030D-6E8A-4147-A177-3AD203B41FA5}">
                      <a16:colId xmlns:a16="http://schemas.microsoft.com/office/drawing/2014/main" val="28549108"/>
                    </a:ext>
                  </a:extLst>
                </a:gridCol>
                <a:gridCol w="1803633">
                  <a:extLst>
                    <a:ext uri="{9D8B030D-6E8A-4147-A177-3AD203B41FA5}">
                      <a16:colId xmlns:a16="http://schemas.microsoft.com/office/drawing/2014/main" val="2377827379"/>
                    </a:ext>
                  </a:extLst>
                </a:gridCol>
                <a:gridCol w="1409351">
                  <a:extLst>
                    <a:ext uri="{9D8B030D-6E8A-4147-A177-3AD203B41FA5}">
                      <a16:colId xmlns:a16="http://schemas.microsoft.com/office/drawing/2014/main" val="3282937100"/>
                    </a:ext>
                  </a:extLst>
                </a:gridCol>
                <a:gridCol w="1518407">
                  <a:extLst>
                    <a:ext uri="{9D8B030D-6E8A-4147-A177-3AD203B41FA5}">
                      <a16:colId xmlns:a16="http://schemas.microsoft.com/office/drawing/2014/main" val="543171218"/>
                    </a:ext>
                  </a:extLst>
                </a:gridCol>
              </a:tblGrid>
              <a:tr h="5595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 (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 (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 (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 (3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AND)</a:t>
                      </a:r>
                    </a:p>
                    <a:p>
                      <a:pPr latinLnBrk="1"/>
                      <a:r>
                        <a:rPr lang="en-US" altLang="ko-KR" dirty="0"/>
                        <a:t>(A x B) C = Y0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Y1 (3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OR)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(A + B) + C = Y0</a:t>
                      </a:r>
                      <a:endParaRPr lang="ko-KR" altLang="en-US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Y2 (3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XOR)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(A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⊕ </a:t>
                      </a:r>
                      <a:r>
                        <a:rPr lang="en-US" altLang="ko-KR" dirty="0"/>
                        <a:t>B)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⊕ </a:t>
                      </a:r>
                      <a:r>
                        <a:rPr lang="en-US" altLang="ko-KR" dirty="0"/>
                        <a:t>C = Y1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Y3 (1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A) (invertor)</a:t>
                      </a:r>
                    </a:p>
                    <a:p>
                      <a:pPr latinLnBrk="1"/>
                      <a:r>
                        <a:rPr lang="en-US" altLang="ko-KR" u="none" dirty="0"/>
                        <a:t>A</a:t>
                      </a:r>
                      <a:r>
                        <a:rPr lang="en-US" altLang="ko-KR" dirty="0"/>
                        <a:t> = Y4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Y4 (1</a:t>
                      </a:r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A) </a:t>
                      </a:r>
                    </a:p>
                    <a:p>
                      <a:pPr latinLnBrk="1"/>
                      <a:r>
                        <a:rPr lang="en-US" altLang="ko-KR" dirty="0"/>
                        <a:t>(Buffer)</a:t>
                      </a:r>
                    </a:p>
                    <a:p>
                      <a:pPr latinLnBrk="1"/>
                      <a:r>
                        <a:rPr lang="en-US" altLang="ko-KR" dirty="0"/>
                        <a:t>A = Y4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69755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96712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892679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27637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499376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215370"/>
                  </a:ext>
                </a:extLst>
              </a:tr>
              <a:tr h="4254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31739"/>
                  </a:ext>
                </a:extLst>
              </a:tr>
              <a:tr h="2127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201514"/>
                  </a:ext>
                </a:extLst>
              </a:tr>
              <a:tr h="2127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83129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8F030C6-E89B-452A-B42A-BFA637C6B655}"/>
              </a:ext>
            </a:extLst>
          </p:cNvPr>
          <p:cNvCxnSpPr>
            <a:cxnSpLocks/>
          </p:cNvCxnSpPr>
          <p:nvPr/>
        </p:nvCxnSpPr>
        <p:spPr>
          <a:xfrm>
            <a:off x="8909108" y="2013358"/>
            <a:ext cx="201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32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DC4E8-EFB6-49C7-BD57-A546D9939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가상회로</a:t>
            </a:r>
            <a:r>
              <a:rPr lang="en-US" altLang="ko-KR" dirty="0"/>
              <a:t>, FPGA </a:t>
            </a:r>
            <a:r>
              <a:rPr lang="ko-KR" altLang="en-US" dirty="0"/>
              <a:t>회로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B604F3-9CB9-4839-8A23-A01949951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01" y="1526099"/>
            <a:ext cx="9393398" cy="526247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56BC9C-B097-469A-8ABD-DE9D76033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673026"/>
              </p:ext>
            </p:extLst>
          </p:nvPr>
        </p:nvGraphicFramePr>
        <p:xfrm>
          <a:off x="1304895" y="4340400"/>
          <a:ext cx="100761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611">
                  <a:extLst>
                    <a:ext uri="{9D8B030D-6E8A-4147-A177-3AD203B41FA5}">
                      <a16:colId xmlns:a16="http://schemas.microsoft.com/office/drawing/2014/main" val="3693016615"/>
                    </a:ext>
                  </a:extLst>
                </a:gridCol>
              </a:tblGrid>
              <a:tr h="4664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FPGA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8247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E5C9EF8-BCDC-464A-9C30-5FA5D4309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64991"/>
              </p:ext>
            </p:extLst>
          </p:nvPr>
        </p:nvGraphicFramePr>
        <p:xfrm>
          <a:off x="6096000" y="4934696"/>
          <a:ext cx="1303090" cy="466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90">
                  <a:extLst>
                    <a:ext uri="{9D8B030D-6E8A-4147-A177-3AD203B41FA5}">
                      <a16:colId xmlns:a16="http://schemas.microsoft.com/office/drawing/2014/main" val="3693016615"/>
                    </a:ext>
                  </a:extLst>
                </a:gridCol>
              </a:tblGrid>
              <a:tr h="4664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8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10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66E2A-B40C-4718-9B5A-1EDF36C3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: </a:t>
            </a:r>
            <a:r>
              <a:rPr lang="ko-KR" altLang="en-US" dirty="0"/>
              <a:t>시뮬레이션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B72D2F-07C2-44C3-8589-AB7309E01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6344"/>
            <a:ext cx="10810166" cy="483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6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159</Words>
  <Application>Microsoft Office PowerPoint</Application>
  <PresentationFormat>와이드스크린</PresentationFormat>
  <Paragraphs>73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week5</vt:lpstr>
      <vt:lpstr>과제 : 동작테이블</vt:lpstr>
      <vt:lpstr>과제 : 가상회로, FPGA 회로</vt:lpstr>
      <vt:lpstr>과제 : 시뮬레이션 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week5</dc:title>
  <dc:creator>USER</dc:creator>
  <cp:lastModifiedBy>USER</cp:lastModifiedBy>
  <cp:revision>6</cp:revision>
  <dcterms:created xsi:type="dcterms:W3CDTF">2024-04-01T05:59:16Z</dcterms:created>
  <dcterms:modified xsi:type="dcterms:W3CDTF">2024-04-01T06:58:38Z</dcterms:modified>
</cp:coreProperties>
</file>