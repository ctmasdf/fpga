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76" r:id="rId5"/>
    <p:sldId id="259" r:id="rId6"/>
    <p:sldId id="258" r:id="rId7"/>
    <p:sldId id="267" r:id="rId8"/>
    <p:sldId id="27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테마 스타일 2 - 강조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B4B3A-AA7D-49B5-A35D-33D814975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900446-B38A-474A-916E-AF4A93793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9F0AC8-97D7-4009-8EE6-84CF6B50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7CDDA6-5DE7-410B-B34A-22FD8EA58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F66468-EBF4-414D-82DA-9BCE7AA8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78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D0780-3A7A-4A43-A7DE-9187DF42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A4BE8-2414-43B9-8D52-FB183F512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AD71B7-C790-413D-BF3E-B0408D4F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7ACE10-BCB4-4D05-B962-8D83AE3C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C8FDE7-B54B-40FC-9E7D-60226649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879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625EB-99EB-4E95-8041-25E5A785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62CD5-CBDF-4B9F-A28B-6A679A380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240CD-DBD6-409B-A003-D035EB53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39EAE2-186D-432E-9B67-046D45F7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B4E33-D487-4E9E-9049-45408763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53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316AA-CBD6-4FC7-B223-3E17FCCB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875B0-1B77-4B87-B3B0-4101A60CB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AB4F44-0CE4-4B57-A484-00473901A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98E901-41A0-4CD2-A98B-0CF556BF9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D175FF-69BA-4232-81E4-522BEBA7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631A19-4698-4AA3-9B96-1D0D4BCE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52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6925C2-AA04-453C-B9C8-35B11B0E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A19D3F-1CB0-49E8-9BB3-8C13EF02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C5CBD-3690-4A79-B27D-2255BC136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0CB557-3363-4170-BE81-0893D0FBB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4D1A02-C518-4DB8-9C34-06B5A8F14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296DEF-A730-4DFF-8DFA-F994588D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90C5EB-05CE-4AA3-B827-2A8EE1696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02D510-658C-419D-A118-FA78A58C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58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93016-697A-4E7D-9BBA-0408E4B7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7C6834-8D8F-4D47-9768-2DA3BC14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F8E8C0-040C-4B59-B0F6-25F3878F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30020B-2816-4426-B68C-89DF5BC3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39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FA444-681D-40CF-9A82-28317924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72CC6CF-0DAA-4848-A113-3D4E2A3F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12E0D2-161F-44AB-AC73-B06B5D02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76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083E4-2BCE-447E-98B7-9AD1DFB5E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CF56C7-A032-45C6-837D-A41F50567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0D16EC-7DC8-45BD-AF04-F6CBF64D1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08DA60-C4B6-44E9-81FC-693A49E28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99AEBA-CB2D-4DEE-86FE-794C29B6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EDA79F-7BDE-476E-B454-9C14CEAD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29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DD142-83E1-4F61-8408-4269F471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243999-DFDA-4D54-A904-EE182FF5E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8B3EDC-F47A-4FE9-9241-8E0E5632A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E51E8-19B2-42BB-AD33-544D8EDC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07CFAD-A9FA-4E6C-9DB8-A427C0BF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F6A287-8E5D-4251-B10D-00EB2B47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70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90092-242F-4F7C-BD41-79FC3284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9C0C5A-9755-43D2-8AE6-946182024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AB3D-C38C-4796-B798-AB7D76AA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59CE57-C906-4D21-8A19-FEAC341A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6F148-589D-458D-8C2B-9FBD95D4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00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F2F92A-C785-4728-9E16-F828F184F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7188CB-A204-4C19-9F30-0960598F8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AA61F-7629-4599-923E-54EF6BA3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CBDEE-9839-49BD-A820-A06D4C439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F95590-6A27-470A-9882-3F8E01A1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12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276C0B-9208-4907-9C78-88E1DA99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E84D82-4795-4586-9156-F4BB3B42F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FAFF31-0E60-4A14-A556-6B621D51C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D7C02-EFD9-46A8-A421-B697051036F9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58DFED-975C-49FC-93A1-D230ED9E8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20E75-80C1-4D81-B59F-2D5F5A5AA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BA5EB-E85A-4911-AF66-BAB1CAB70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18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E1U33jugLM" TargetMode="External"/><Relationship Id="rId2" Type="http://schemas.openxmlformats.org/officeDocument/2006/relationships/hyperlink" Target="https://youtu.be/DarWXztJbiU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youtu.be/EpnJecLublQ?si=l4l2YmURgBfpX1Tc" TargetMode="External"/><Relationship Id="rId4" Type="http://schemas.openxmlformats.org/officeDocument/2006/relationships/hyperlink" Target="https://youtu.be/h2nBaQFZ4as?si=Cy75qPw3K3OvoQFO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08D80-35F8-47A6-B280-3A7A95DC3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FPGA2 Week10 Team3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3F30AB-4620-4191-B9BF-8E1B838D0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2021041091_</a:t>
            </a:r>
            <a:r>
              <a:rPr lang="ko-KR" altLang="en-US" dirty="0" err="1"/>
              <a:t>한규철</a:t>
            </a:r>
            <a:r>
              <a:rPr lang="en-US" altLang="ko-KR" dirty="0"/>
              <a:t>, 2021041089_</a:t>
            </a:r>
            <a:r>
              <a:rPr lang="ko-KR" altLang="en-US" dirty="0"/>
              <a:t>최태민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04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E24E1-DEE4-46EB-ADF3-830382EFB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99" y="1111745"/>
            <a:ext cx="10515600" cy="800945"/>
          </a:xfrm>
        </p:spPr>
        <p:txBody>
          <a:bodyPr/>
          <a:lstStyle/>
          <a:p>
            <a:r>
              <a:rPr lang="ko-KR" altLang="en-US" dirty="0"/>
              <a:t>동작영상 유튜브 주소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004D720-B9EC-409D-9C8C-9C20FF47E1A1}"/>
              </a:ext>
            </a:extLst>
          </p:cNvPr>
          <p:cNvSpPr txBox="1">
            <a:spLocks/>
          </p:cNvSpPr>
          <p:nvPr/>
        </p:nvSpPr>
        <p:spPr>
          <a:xfrm>
            <a:off x="687199" y="2534276"/>
            <a:ext cx="10515600" cy="1789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비동기식</a:t>
            </a:r>
            <a:r>
              <a:rPr lang="en-US" altLang="ko-KR" sz="2000" dirty="0"/>
              <a:t>reset + 8</a:t>
            </a:r>
            <a:r>
              <a:rPr lang="ko-KR" altLang="en-US" sz="2000" dirty="0"/>
              <a:t>진 </a:t>
            </a:r>
            <a:r>
              <a:rPr lang="en-US" altLang="ko-KR" sz="2000" dirty="0"/>
              <a:t>segment counter + Beep </a:t>
            </a:r>
            <a:r>
              <a:rPr lang="ko-KR" altLang="en-US" sz="2000" dirty="0"/>
              <a:t>영상 </a:t>
            </a:r>
            <a:r>
              <a:rPr lang="en-US" altLang="ko-KR" sz="2000" dirty="0"/>
              <a:t>: </a:t>
            </a:r>
            <a:r>
              <a:rPr lang="en-US" altLang="ko-KR" sz="1200" dirty="0">
                <a:hlinkClick r:id="rId2"/>
              </a:rPr>
              <a:t>https://youtu.be/DarWXztJbiU</a:t>
            </a:r>
            <a:endParaRPr lang="en-US" altLang="ko-KR" sz="1200" dirty="0"/>
          </a:p>
          <a:p>
            <a:r>
              <a:rPr lang="ko-KR" altLang="en-US" sz="2000" dirty="0"/>
              <a:t>비동기식</a:t>
            </a:r>
            <a:r>
              <a:rPr lang="en-US" altLang="ko-KR" sz="2000" dirty="0"/>
              <a:t>reset + 5</a:t>
            </a:r>
            <a:r>
              <a:rPr lang="ko-KR" altLang="en-US" sz="2000" dirty="0"/>
              <a:t>진</a:t>
            </a:r>
            <a:r>
              <a:rPr lang="en-US" altLang="ko-KR" sz="2000" dirty="0"/>
              <a:t> segment counter + Beep</a:t>
            </a:r>
            <a:r>
              <a:rPr lang="ko-KR" altLang="en-US" sz="2000" dirty="0"/>
              <a:t> 영상 </a:t>
            </a:r>
            <a:r>
              <a:rPr lang="en-US" altLang="ko-KR" sz="2000" dirty="0"/>
              <a:t>: </a:t>
            </a:r>
            <a:r>
              <a:rPr lang="en-US" altLang="ko-KR" sz="1200" dirty="0">
                <a:hlinkClick r:id="rId3"/>
              </a:rPr>
              <a:t>https://youtu.be/IE1U33jugLM</a:t>
            </a:r>
            <a:endParaRPr lang="en-US" altLang="ko-KR" sz="1200" dirty="0"/>
          </a:p>
          <a:p>
            <a:r>
              <a:rPr lang="ko-KR" altLang="en-US" sz="2000" dirty="0"/>
              <a:t>실습</a:t>
            </a:r>
            <a:r>
              <a:rPr lang="en-US" altLang="ko-KR" sz="2000" dirty="0"/>
              <a:t>1 + </a:t>
            </a:r>
            <a:r>
              <a:rPr lang="ko-KR" altLang="en-US" sz="2000" dirty="0"/>
              <a:t>과제</a:t>
            </a:r>
            <a:r>
              <a:rPr lang="en-US" altLang="ko-KR" sz="2000" dirty="0"/>
              <a:t>LOAD </a:t>
            </a:r>
            <a:r>
              <a:rPr lang="ko-KR" altLang="en-US" sz="2000" dirty="0"/>
              <a:t>기능추가</a:t>
            </a:r>
            <a:r>
              <a:rPr lang="en-US" altLang="ko-KR" sz="2000" dirty="0"/>
              <a:t>: </a:t>
            </a:r>
            <a:r>
              <a:rPr lang="en-US" altLang="ko-KR" sz="1300" u="sng" dirty="0">
                <a:hlinkClick r:id="rId4"/>
              </a:rPr>
              <a:t>https://youtu.be/h2nBaQFZ4as?si=Cy75qPw3K3OvoQFO</a:t>
            </a:r>
            <a:endParaRPr lang="en-US" altLang="ko-KR" sz="1300" dirty="0"/>
          </a:p>
          <a:p>
            <a:r>
              <a:rPr lang="ko-KR" altLang="en-US" sz="2000" dirty="0"/>
              <a:t>실습</a:t>
            </a:r>
            <a:r>
              <a:rPr lang="en-US" altLang="ko-KR" sz="2000" dirty="0"/>
              <a:t>2 + </a:t>
            </a:r>
            <a:r>
              <a:rPr lang="ko-KR" altLang="en-US" sz="2000" dirty="0"/>
              <a:t>과제</a:t>
            </a:r>
            <a:r>
              <a:rPr lang="en-US" altLang="ko-KR" sz="2000" dirty="0"/>
              <a:t>LOAD </a:t>
            </a:r>
            <a:r>
              <a:rPr lang="ko-KR" altLang="en-US" sz="2000" dirty="0"/>
              <a:t>기능추가</a:t>
            </a:r>
            <a:r>
              <a:rPr lang="en-US" altLang="ko-KR" sz="2000" dirty="0"/>
              <a:t>: </a:t>
            </a:r>
            <a:r>
              <a:rPr lang="en-US" altLang="ko-KR" sz="1300" u="sng" dirty="0">
                <a:hlinkClick r:id="rId5"/>
              </a:rPr>
              <a:t>https://youtu.be/EpnJecLublQ?si=l4l2YmURgBfpX1Tc</a:t>
            </a:r>
            <a:r>
              <a:rPr lang="en-US" altLang="ko-KR" sz="1300" dirty="0"/>
              <a:t> 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26683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390292"/>
            <a:ext cx="10515600" cy="1325563"/>
          </a:xfrm>
        </p:spPr>
        <p:txBody>
          <a:bodyPr/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+ 8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BCD+ Beep</a:t>
            </a:r>
            <a:r>
              <a:rPr lang="ko-KR" altLang="en-US" dirty="0"/>
              <a:t> 동작테이블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A146A9-B5C7-4AA9-8283-3B22B592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427147"/>
              </p:ext>
            </p:extLst>
          </p:nvPr>
        </p:nvGraphicFramePr>
        <p:xfrm>
          <a:off x="3632200" y="1867957"/>
          <a:ext cx="6502400" cy="4810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077756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977790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7769713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65666590"/>
                    </a:ext>
                  </a:extLst>
                </a:gridCol>
                <a:gridCol w="541866">
                  <a:extLst>
                    <a:ext uri="{9D8B030D-6E8A-4147-A177-3AD203B41FA5}">
                      <a16:colId xmlns:a16="http://schemas.microsoft.com/office/drawing/2014/main" val="291495373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3483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진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INPUT-BCD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76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Beep</a:t>
                      </a:r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내부 </a:t>
                      </a:r>
                      <a:r>
                        <a:rPr lang="en-US" altLang="ko-KR" dirty="0"/>
                        <a:t>Count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49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E11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106704"/>
                  </a:ext>
                </a:extLst>
              </a:tr>
              <a:tr h="370840">
                <a:tc rowSpan="10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250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769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226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0027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6632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4687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3104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55284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040930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37415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BE09D7D-46EF-4D89-A353-424D1A1E8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313789"/>
              </p:ext>
            </p:extLst>
          </p:nvPr>
        </p:nvGraphicFramePr>
        <p:xfrm>
          <a:off x="1828800" y="1867957"/>
          <a:ext cx="1803400" cy="48107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622939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비동기식 </a:t>
                      </a:r>
                      <a:r>
                        <a:rPr lang="en-US" altLang="ko-KR" dirty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EV3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30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886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25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02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464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18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38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02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678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8349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94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94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9E9D9-DCBF-4FD9-B873-C040ABFB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+ 8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segment counter + Beep</a:t>
            </a:r>
            <a:r>
              <a:rPr lang="ko-KR" altLang="en-US" dirty="0"/>
              <a:t> 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795D9A-FBCD-4E66-A54A-51F9A31AE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334804"/>
              </p:ext>
            </p:extLst>
          </p:nvPr>
        </p:nvGraphicFramePr>
        <p:xfrm>
          <a:off x="723900" y="2071688"/>
          <a:ext cx="6985000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29468">
                  <a:extLst>
                    <a:ext uri="{9D8B030D-6E8A-4147-A177-3AD203B41FA5}">
                      <a16:colId xmlns:a16="http://schemas.microsoft.com/office/drawing/2014/main" val="195777855"/>
                    </a:ext>
                  </a:extLst>
                </a:gridCol>
                <a:gridCol w="567532">
                  <a:extLst>
                    <a:ext uri="{9D8B030D-6E8A-4147-A177-3AD203B41FA5}">
                      <a16:colId xmlns:a16="http://schemas.microsoft.com/office/drawing/2014/main" val="173267542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2446967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444731329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1346338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78492075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70334158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99511185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93399136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96168774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Common Anode 7-</a:t>
                      </a:r>
                      <a:r>
                        <a:rPr lang="ko-KR" altLang="en-US" dirty="0"/>
                        <a:t>세그먼트</a:t>
                      </a:r>
                      <a:r>
                        <a:rPr lang="en-US" altLang="ko-KR" dirty="0"/>
                        <a:t>LED </a:t>
                      </a:r>
                      <a:r>
                        <a:rPr lang="ko-KR" altLang="en-US" dirty="0"/>
                        <a:t>코드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99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dp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Beep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1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60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2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24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25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12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570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50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64627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E244D39-96EB-498E-AE74-83DA81B3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784640"/>
              </p:ext>
            </p:extLst>
          </p:nvPr>
        </p:nvGraphicFramePr>
        <p:xfrm>
          <a:off x="7708900" y="2071688"/>
          <a:ext cx="40640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6264528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938750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829394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2510652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Common Anode 7-</a:t>
                      </a:r>
                      <a:r>
                        <a:rPr lang="ko-KR" altLang="en-US" dirty="0"/>
                        <a:t>세그먼트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61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03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1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82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+ 8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segment counter + Beep</a:t>
            </a:r>
            <a:r>
              <a:rPr lang="ko-KR" altLang="en-US" dirty="0"/>
              <a:t> 시뮬레이션화면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2E5E9F-F7EE-4AF8-ADB4-C9385442E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3933"/>
            <a:ext cx="12192000" cy="195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1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+ 8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segment counter + Beep</a:t>
            </a:r>
            <a:r>
              <a:rPr lang="ko-KR" altLang="en-US" dirty="0"/>
              <a:t> 회로화면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5EB3CB-74A7-4557-8828-E9DF48F7D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1" y="2656526"/>
            <a:ext cx="7558480" cy="34867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71C4D5-4B5E-42A0-ACFC-45B09E50A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18" y="1690688"/>
            <a:ext cx="9368615" cy="247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390292"/>
            <a:ext cx="10515600" cy="1325563"/>
          </a:xfrm>
        </p:spPr>
        <p:txBody>
          <a:bodyPr/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+ 5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BCD + Beep</a:t>
            </a:r>
            <a:r>
              <a:rPr lang="ko-KR" altLang="en-US" dirty="0"/>
              <a:t> 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C1FBAE1-C4DD-41DD-9D3E-5FB1C8377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483675"/>
              </p:ext>
            </p:extLst>
          </p:nvPr>
        </p:nvGraphicFramePr>
        <p:xfrm>
          <a:off x="1704975" y="1971060"/>
          <a:ext cx="1803400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622939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비동기식 </a:t>
                      </a:r>
                      <a:r>
                        <a:rPr lang="en-US" altLang="ko-KR" dirty="0"/>
                        <a:t>Reset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EV3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30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886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25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02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464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18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38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3678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BA0E4E1-1F33-41C2-80B9-DC3CF0A2D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424751"/>
              </p:ext>
            </p:extLst>
          </p:nvPr>
        </p:nvGraphicFramePr>
        <p:xfrm>
          <a:off x="3508375" y="1971060"/>
          <a:ext cx="6502400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077756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977790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7769713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65666590"/>
                    </a:ext>
                  </a:extLst>
                </a:gridCol>
                <a:gridCol w="541866">
                  <a:extLst>
                    <a:ext uri="{9D8B030D-6E8A-4147-A177-3AD203B41FA5}">
                      <a16:colId xmlns:a16="http://schemas.microsoft.com/office/drawing/2014/main" val="291495373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3483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진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INPUT-BCD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76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Beep</a:t>
                      </a:r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내부 </a:t>
                      </a:r>
                      <a:r>
                        <a:rPr lang="en-US" altLang="ko-KR" dirty="0"/>
                        <a:t>Count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496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E11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106704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2507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769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226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0027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6632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4687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552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948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390292"/>
            <a:ext cx="10515600" cy="1325563"/>
          </a:xfrm>
        </p:spPr>
        <p:txBody>
          <a:bodyPr/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+ 5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segment counter + Beep</a:t>
            </a:r>
            <a:r>
              <a:rPr lang="ko-KR" altLang="en-US" dirty="0"/>
              <a:t> 동작테이블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2E75E2-BDA0-4611-8680-79FEF42FD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849914"/>
              </p:ext>
            </p:extLst>
          </p:nvPr>
        </p:nvGraphicFramePr>
        <p:xfrm>
          <a:off x="723900" y="2071688"/>
          <a:ext cx="70485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7009">
                  <a:extLst>
                    <a:ext uri="{9D8B030D-6E8A-4147-A177-3AD203B41FA5}">
                      <a16:colId xmlns:a16="http://schemas.microsoft.com/office/drawing/2014/main" val="195777855"/>
                    </a:ext>
                  </a:extLst>
                </a:gridCol>
                <a:gridCol w="572691">
                  <a:extLst>
                    <a:ext uri="{9D8B030D-6E8A-4147-A177-3AD203B41FA5}">
                      <a16:colId xmlns:a16="http://schemas.microsoft.com/office/drawing/2014/main" val="173267542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12446967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44731329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134633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78492075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70334158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99511185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93399136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396168774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Common Anode 7-</a:t>
                      </a:r>
                      <a:r>
                        <a:rPr lang="ko-KR" altLang="en-US" dirty="0"/>
                        <a:t>세그먼트</a:t>
                      </a:r>
                      <a:r>
                        <a:rPr lang="en-US" altLang="ko-KR" dirty="0"/>
                        <a:t>LED </a:t>
                      </a:r>
                      <a:r>
                        <a:rPr lang="ko-KR" altLang="en-US" dirty="0"/>
                        <a:t>코드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99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dp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Beep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1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60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2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24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25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1203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A2C5869-FC40-4578-9B4C-50809820C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911577"/>
              </p:ext>
            </p:extLst>
          </p:nvPr>
        </p:nvGraphicFramePr>
        <p:xfrm>
          <a:off x="7772400" y="2071688"/>
          <a:ext cx="406400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62645282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9387502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829394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2510652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Common Anode 7-</a:t>
                      </a:r>
                      <a:r>
                        <a:rPr lang="ko-KR" altLang="en-US" dirty="0"/>
                        <a:t>세그먼트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61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03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311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391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+ 5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segment counter + Beep</a:t>
            </a:r>
            <a:r>
              <a:rPr lang="ko-KR" altLang="en-US" dirty="0"/>
              <a:t> 시뮬레이션화면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6C401C-F683-4E14-A053-9EEEAFF1F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5699"/>
            <a:ext cx="12192000" cy="192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8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비동기식</a:t>
            </a:r>
            <a:r>
              <a:rPr lang="en-US" altLang="ko-KR" dirty="0"/>
              <a:t>reset + 5</a:t>
            </a:r>
            <a:r>
              <a:rPr lang="ko-KR" altLang="en-US" dirty="0"/>
              <a:t>진 </a:t>
            </a:r>
            <a:br>
              <a:rPr lang="en-US" altLang="ko-KR" dirty="0"/>
            </a:br>
            <a:r>
              <a:rPr lang="en-US" altLang="ko-KR" dirty="0"/>
              <a:t>segment counter + Beep</a:t>
            </a:r>
            <a:r>
              <a:rPr lang="ko-KR" altLang="en-US" dirty="0"/>
              <a:t> 회로화면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93B058-7D80-4452-B223-D0CF8A9AA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583" y="1690688"/>
            <a:ext cx="7334009" cy="351048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B2BCEAE-B32C-4DDD-B35D-D54D4786F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0" y="3551048"/>
            <a:ext cx="8801602" cy="262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2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390292"/>
            <a:ext cx="10515600" cy="1325563"/>
          </a:xfrm>
        </p:spPr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 + </a:t>
            </a:r>
            <a:r>
              <a:rPr lang="ko-KR" altLang="en-US" dirty="0"/>
              <a:t>과제</a:t>
            </a:r>
            <a:r>
              <a:rPr lang="en-US" altLang="ko-KR" dirty="0"/>
              <a:t>LOAD </a:t>
            </a:r>
            <a:r>
              <a:rPr lang="ko-KR" altLang="en-US" dirty="0"/>
              <a:t>기능추가 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0B61670-E3AD-4000-A281-532CF0BFD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49876"/>
              </p:ext>
            </p:extLst>
          </p:nvPr>
        </p:nvGraphicFramePr>
        <p:xfrm>
          <a:off x="273298" y="1469878"/>
          <a:ext cx="8577084" cy="43891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3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1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18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18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658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338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8370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COUNT1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35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J12(EV3)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J14(EV2)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내부신호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11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r>
                        <a:rPr lang="en-US" altLang="ko-KR" sz="1200"/>
                        <a:t>On</a:t>
                      </a:r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algn="ctr">
                        <a:defRPr/>
                      </a:pPr>
                      <a:br>
                        <a:rPr lang="en-US" altLang="ko-KR" sz="1200"/>
                      </a:b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89F8C92-5A32-4072-BC56-533F377377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800214"/>
              </p:ext>
            </p:extLst>
          </p:nvPr>
        </p:nvGraphicFramePr>
        <p:xfrm>
          <a:off x="8942246" y="1469878"/>
          <a:ext cx="2825454" cy="238315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9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1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66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 dirty="0"/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 dirty="0"/>
                    </a:p>
                    <a:p>
                      <a:pPr algn="ctr">
                        <a:defRPr/>
                      </a:pPr>
                      <a:endParaRPr lang="en-US" altLang="ko-KR" sz="1200" dirty="0"/>
                    </a:p>
                    <a:p>
                      <a:pPr algn="ctr">
                        <a:defRPr/>
                      </a:pPr>
                      <a:endParaRPr lang="en-US" altLang="ko-KR" sz="1200" dirty="0"/>
                    </a:p>
                    <a:p>
                      <a:pPr algn="ctr">
                        <a:defRPr/>
                      </a:pPr>
                      <a:endParaRPr lang="en-US" altLang="ko-KR" sz="1200" dirty="0"/>
                    </a:p>
                    <a:p>
                      <a:pPr algn="ctr">
                        <a:defRPr/>
                      </a:pPr>
                      <a:endParaRPr lang="en-US" altLang="ko-KR" sz="1200" dirty="0"/>
                    </a:p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16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f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21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r>
              <a:rPr lang="en-US" altLang="ko-KR" dirty="0"/>
              <a:t>1 + </a:t>
            </a:r>
            <a:r>
              <a:rPr lang="ko-KR" altLang="en-US" dirty="0"/>
              <a:t>과제</a:t>
            </a:r>
            <a:r>
              <a:rPr lang="en-US" altLang="ko-KR" dirty="0"/>
              <a:t>LOAD </a:t>
            </a:r>
            <a:r>
              <a:rPr lang="ko-KR" altLang="en-US" dirty="0"/>
              <a:t>기능추가 시뮬레이션화면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AF4649-485B-4011-BDA0-692B6C6A7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2372"/>
            <a:ext cx="12192000" cy="231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73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 + </a:t>
            </a:r>
            <a:r>
              <a:rPr lang="ko-KR" altLang="en-US" dirty="0"/>
              <a:t>과제</a:t>
            </a:r>
            <a:r>
              <a:rPr lang="en-US" altLang="ko-KR" dirty="0"/>
              <a:t>LOAD </a:t>
            </a:r>
            <a:r>
              <a:rPr lang="ko-KR" altLang="en-US" dirty="0"/>
              <a:t>기능추가 회로화면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21FC7-AAD0-4763-9DC7-978DB9545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14" y="1296207"/>
            <a:ext cx="11625520" cy="23362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4063BB-1185-4D9B-A4B5-4FF0958A1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8" y="2907754"/>
            <a:ext cx="6199381" cy="307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9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390292"/>
            <a:ext cx="10515600" cy="1325563"/>
          </a:xfrm>
        </p:spPr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 + </a:t>
            </a:r>
            <a:r>
              <a:rPr lang="ko-KR" altLang="en-US" dirty="0"/>
              <a:t>과제</a:t>
            </a:r>
            <a:r>
              <a:rPr lang="en-US" altLang="ko-KR" dirty="0"/>
              <a:t>LOAD </a:t>
            </a:r>
            <a:r>
              <a:rPr lang="ko-KR" altLang="en-US" dirty="0"/>
              <a:t>기능추가 동작테이블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52F8EA-F3A8-4074-91F3-F5C836CAD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9036004"/>
              </p:ext>
            </p:extLst>
          </p:nvPr>
        </p:nvGraphicFramePr>
        <p:xfrm>
          <a:off x="401485" y="1384418"/>
          <a:ext cx="7761004" cy="35661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8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8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5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26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60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55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30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3954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TR0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74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COUNT1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D11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A13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J12(EV3)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J14(EV2)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200" dirty="0"/>
                        <a:t>내부신호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534">
                <a:tc rowSpan="8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r>
                        <a:rPr lang="en-US" altLang="ko-KR" sz="1200"/>
                        <a:t>On</a:t>
                      </a:r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>
                        <a:defRPr/>
                      </a:pPr>
                      <a:br>
                        <a:rPr lang="en-US" altLang="ko-KR" sz="1200"/>
                      </a:b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endParaRPr lang="en-US" altLang="ko-KR" sz="1200"/>
                    </a:p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53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53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53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53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533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53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534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CDBFF03-EF3A-4D0A-9F43-AF30E155D2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831703"/>
              </p:ext>
            </p:extLst>
          </p:nvPr>
        </p:nvGraphicFramePr>
        <p:xfrm>
          <a:off x="8162489" y="1384490"/>
          <a:ext cx="3941195" cy="66273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88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36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y5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y4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y0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6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52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r>
              <a:rPr lang="en-US" altLang="ko-KR" dirty="0"/>
              <a:t>2 + </a:t>
            </a:r>
            <a:r>
              <a:rPr lang="ko-KR" altLang="en-US" dirty="0"/>
              <a:t>과제</a:t>
            </a:r>
            <a:r>
              <a:rPr lang="en-US" altLang="ko-KR" dirty="0"/>
              <a:t>LOAD </a:t>
            </a:r>
            <a:r>
              <a:rPr lang="ko-KR" altLang="en-US" dirty="0"/>
              <a:t>기능추가 시뮬레이션화면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6D8286-78A9-44A7-89FF-CCE7B38C5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2908"/>
            <a:ext cx="12192000" cy="26883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0B1C88-47B8-437B-AD75-26CA99394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85" y="3480112"/>
            <a:ext cx="7539334" cy="30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36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281F2-A01B-423B-AC74-AA18694C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 + </a:t>
            </a:r>
            <a:r>
              <a:rPr lang="ko-KR" altLang="en-US" dirty="0"/>
              <a:t>과제</a:t>
            </a:r>
            <a:r>
              <a:rPr lang="en-US" altLang="ko-KR" dirty="0"/>
              <a:t>LOAD </a:t>
            </a:r>
            <a:r>
              <a:rPr lang="ko-KR" altLang="en-US" dirty="0"/>
              <a:t>기능추가 회로화면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956557-2E77-40F3-92A2-BFB131D65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3" y="1342978"/>
            <a:ext cx="11001890" cy="24259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5A3BA5A-B044-48FA-BF2D-689BDD56E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8" y="2988080"/>
            <a:ext cx="7417271" cy="35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7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891</Words>
  <Application>Microsoft Office PowerPoint</Application>
  <PresentationFormat>와이드스크린</PresentationFormat>
  <Paragraphs>716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FPGA2 Week10 Team3</vt:lpstr>
      <vt:lpstr>동작영상 유튜브 주소</vt:lpstr>
      <vt:lpstr>비동기식reset + 8진  BCD+ Beep 동작테이블</vt:lpstr>
      <vt:lpstr>비동기식reset + 8진  segment counter + Beep 동작테이블</vt:lpstr>
      <vt:lpstr>비동기식reset + 8진  segment counter + Beep 시뮬레이션화면</vt:lpstr>
      <vt:lpstr>비동기식reset + 8진  segment counter + Beep 회로화면</vt:lpstr>
      <vt:lpstr>비동기식reset + 5진  BCD + Beep 동작테이블</vt:lpstr>
      <vt:lpstr>비동기식reset + 5진  segment counter + Beep 동작테이블</vt:lpstr>
      <vt:lpstr>비동기식reset + 5진  segment counter + Beep 시뮬레이션화면</vt:lpstr>
      <vt:lpstr>비동기식reset + 5진  segment counter + Beep 회로화면</vt:lpstr>
      <vt:lpstr>실습1 + 과제LOAD 기능추가 동작테이블</vt:lpstr>
      <vt:lpstr>실습1 + 과제LOAD 기능추가 시뮬레이션화면</vt:lpstr>
      <vt:lpstr>실습1 + 과제LOAD 기능추가 회로화면</vt:lpstr>
      <vt:lpstr>실습2 + 과제LOAD 기능추가 동작테이블</vt:lpstr>
      <vt:lpstr>실습2 + 과제LOAD 기능추가 시뮬레이션화면</vt:lpstr>
      <vt:lpstr>실습2 + 과제LOAD 기능추가 회로화면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FPGA2 Week9 Team3</dc:title>
  <dc:creator>USER</dc:creator>
  <cp:lastModifiedBy>USER</cp:lastModifiedBy>
  <cp:revision>8</cp:revision>
  <dcterms:created xsi:type="dcterms:W3CDTF">2024-11-04T01:30:44Z</dcterms:created>
  <dcterms:modified xsi:type="dcterms:W3CDTF">2024-11-04T03:10:30Z</dcterms:modified>
</cp:coreProperties>
</file>