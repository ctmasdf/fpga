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FE106-57CB-4842-84BA-9E5E1F37D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25CFEC-F0B8-489A-B085-AFD569E0A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3B2CEC-A1B2-4460-A063-6BADF95E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37BAA-25B1-4D86-8615-C9FE1131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4BF15-BA8E-4534-B088-6DE8C414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74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3A640-6F9F-4848-A3A4-90613EFF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FD2533-DA86-485C-B597-00E24FD4A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AF94C-BA08-4E47-BB63-1A6923A48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D0A932-EF99-46A4-B209-D20E2C9E1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4950E6-14F1-4DF2-8C6C-F60C13CC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23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3D337-67C6-432B-9ACF-2FF0507D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0EEA37-C5B1-4977-B2ED-908C9D0F0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8AE10-1177-4D3E-A9F0-640B74F6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6AF8ED-1A38-4959-8872-161AB7A5C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FDD555-0B96-4518-8C80-141B469BF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370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58852-A1F6-437B-840A-217E78F1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DCB17-CBF7-4DC8-BE9C-AD0C2F8D8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377FEC-0475-4C88-A708-97F105936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C1FA8B-BEFA-435C-BF23-72B261DF5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20102B-D819-4652-A761-51660301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D0C5C0-498C-4D32-BD8D-BC118FC9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60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91267-E5E8-4DC8-95AC-30D0E477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1ECCF5-C1B4-470B-81BB-6753B1DC0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F5B330-4C10-4FF2-AB9D-C3EE0A1AD2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B8498C-7325-4AA6-9833-98ACF9A64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DD2FE6-925A-472F-B5E3-0FCEEADEB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B4C877A-7153-4E0B-AA8F-BB813E175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8014F6-A739-4D0E-80CE-E6D8EEB53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9923520-34F9-4EDD-8E17-DA96DC5C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434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0FA25A-F58D-4AC5-A3AC-E0459167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E3A94B-7830-4B7A-B676-4BA56CDC9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7F308C-A711-4FB1-8952-4FDDE32E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7E1615-3654-435A-B78C-4AC6EE1D2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352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AD85D8-A06F-4792-A246-F9D288959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E2AD87-FE9D-4AF7-AAD3-6F9A1DF4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979434-7440-4C7C-9BC8-5ECD486E6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206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ACDEBD-9DFB-4E87-A052-3595D9C1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81A6C3-CB8A-4981-BC15-894AD4F4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108726-61A6-46A5-9E9C-28A811E62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124C7D-D235-40F4-9B2D-C340B918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FB614-9A78-4E80-B1D8-1844AA83B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442543-6A3D-4F48-A4B8-F3EA6906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94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B8487-BAA4-4228-A56E-B8ADF0AA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C714B1-2D98-499E-A656-F1A79D379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F84F2B-0678-474C-9CC4-E11CCCB58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525E52-D255-4684-955B-D81B920C9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700BF9-ED7D-4A71-AE4B-28928E52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1D9F0A-C731-46F6-9704-55EA604F4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65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86EA6A-0DE0-4305-BD3F-8B64502F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598292-DA67-48EF-8D11-E26FA1C2B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126267-6843-4F31-BA60-5C7C1652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F8BCFB-5544-4CA7-9975-69DCADCA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75C0A-4D9C-4B56-95F8-66C67DCDE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98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2989B9-FB7B-484E-9CBC-CBB283264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60F2E2-63B6-4A92-87FF-656B6D925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1EDF0-A4E2-4FBE-A4C1-F589CB35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07714-F171-4652-A558-EB7511E6E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714EB-882B-4D85-ADEB-B746C9B82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64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A1672F4-509D-44C5-A8C1-A47D0F599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30997D-A2D4-4F89-909C-322A4CCF0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DF446-F6B6-41A0-8BA0-404A231933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F91D6-CB1E-4CA4-ACF3-FF98290E1C6C}" type="datetimeFigureOut">
              <a:rPr lang="ko-KR" altLang="en-US" smtClean="0"/>
              <a:t>2024-03-25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79AB19-AC7C-439D-82CD-07D019AAC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FB81C6-C813-4D26-9EB4-0CE206730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4E15C2-0E4F-46B8-A57D-B4B79E1760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98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795CC9-3665-4790-8E99-6A8D7D7BC7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 week4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69F2B7-5824-48A1-8A27-76DFFFCD1D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학년 </a:t>
            </a:r>
            <a:r>
              <a:rPr lang="en-US" altLang="ko-KR" dirty="0"/>
              <a:t>2</a:t>
            </a:r>
            <a:r>
              <a:rPr lang="ko-KR" altLang="en-US" dirty="0"/>
              <a:t>반 </a:t>
            </a:r>
            <a:r>
              <a:rPr lang="en-US" altLang="ko-KR" dirty="0"/>
              <a:t>2021041089_</a:t>
            </a:r>
            <a:r>
              <a:rPr lang="ko-KR" altLang="en-US" dirty="0"/>
              <a:t>최태민</a:t>
            </a:r>
          </a:p>
        </p:txBody>
      </p:sp>
    </p:spTree>
    <p:extLst>
      <p:ext uri="{BB962C8B-B14F-4D97-AF65-F5344CB8AC3E}">
        <p14:creationId xmlns:p14="http://schemas.microsoft.com/office/powerpoint/2010/main" val="962914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B000F-3278-4917-836E-17361306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</a:t>
            </a: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en-US" altLang="ko-KR" dirty="0"/>
              <a:t>(</a:t>
            </a:r>
            <a:r>
              <a:rPr lang="ko-KR" altLang="en-US" dirty="0"/>
              <a:t>동작테이블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40FAFBC-911F-4114-B182-941D42061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408326"/>
              </p:ext>
            </p:extLst>
          </p:nvPr>
        </p:nvGraphicFramePr>
        <p:xfrm>
          <a:off x="983376" y="2061905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572606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76144678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 출력 동작 </a:t>
                      </a:r>
                      <a:r>
                        <a:rPr lang="en-US" altLang="ko-KR" dirty="0"/>
                        <a:t>Table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304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입력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스위치 </a:t>
                      </a:r>
                      <a:r>
                        <a:rPr lang="en-US" altLang="ko-KR" dirty="0"/>
                        <a:t>X7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출력 </a:t>
                      </a:r>
                      <a:r>
                        <a:rPr lang="en-US" altLang="ko-KR" dirty="0"/>
                        <a:t>LED Y7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7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958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684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14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6F795E-ABD0-47B6-8FAD-DC41BFE3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</a:t>
            </a: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en-US" altLang="ko-KR" dirty="0"/>
              <a:t>(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CA7B20E-4848-4F8B-BD43-EC90685A0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9991987" cy="4968415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EFBA6AD-90B7-4077-9E04-14D156F2F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1742"/>
              </p:ext>
            </p:extLst>
          </p:nvPr>
        </p:nvGraphicFramePr>
        <p:xfrm>
          <a:off x="3909270" y="4546833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Fpga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879444-CAD6-4F05-80F0-92BFEA844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616126"/>
              </p:ext>
            </p:extLst>
          </p:nvPr>
        </p:nvGraphicFramePr>
        <p:xfrm>
          <a:off x="8105164" y="4580388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2357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4FE9-D121-4862-A643-07BA3C84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1 </a:t>
            </a:r>
            <a:r>
              <a:rPr lang="ko-KR" altLang="en-US" dirty="0"/>
              <a:t>입력</a:t>
            </a:r>
            <a:r>
              <a:rPr lang="en-US" altLang="ko-KR" dirty="0"/>
              <a:t>, </a:t>
            </a:r>
            <a:r>
              <a:rPr lang="ko-KR" altLang="en-US" dirty="0"/>
              <a:t>출력 </a:t>
            </a:r>
            <a:r>
              <a:rPr lang="en-US" altLang="ko-KR" dirty="0"/>
              <a:t>(</a:t>
            </a:r>
            <a:r>
              <a:rPr lang="ko-KR" altLang="en-US" dirty="0"/>
              <a:t>시뮬레이션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C1B7459-9BC4-49C0-AD85-DEAF26D89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8525"/>
            <a:ext cx="12192000" cy="380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80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1A659B-54C8-46E6-993F-B6C8973BC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AND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동작테이블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6AE60C5-C761-43C7-BCD3-640B4C7E9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564584"/>
              </p:ext>
            </p:extLst>
          </p:nvPr>
        </p:nvGraphicFramePr>
        <p:xfrm>
          <a:off x="1453160" y="2316480"/>
          <a:ext cx="8127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935941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42269535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6377617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입력 출력 동작 </a:t>
                      </a:r>
                      <a:r>
                        <a:rPr lang="en-US" altLang="ko-KR" dirty="0"/>
                        <a:t>Table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521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X0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 (LED)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989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573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54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21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79245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99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2CD8D-B973-4FC7-86B0-C92B97C2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AND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FE6C996-65D0-443B-8471-5E80552534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52" y="1419417"/>
            <a:ext cx="10603685" cy="4985731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C401A1-E540-4329-B6D3-E250C9F76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256158"/>
              </p:ext>
            </p:extLst>
          </p:nvPr>
        </p:nvGraphicFramePr>
        <p:xfrm>
          <a:off x="3909270" y="4546833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Fpga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3ED00B1-8997-412E-A7DD-0C391F9B4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237060"/>
              </p:ext>
            </p:extLst>
          </p:nvPr>
        </p:nvGraphicFramePr>
        <p:xfrm>
          <a:off x="8105164" y="4580388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7052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62BFD-B0F5-4502-A4A5-34B6237FF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2 AND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시뮬레이션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BE9476-4D0B-42F4-AAC6-006CDE84B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88" y="1347479"/>
            <a:ext cx="10515600" cy="514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2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C56CF-7751-4054-9087-D5688B3C8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3 OR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동작테이블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068E82-C1D4-488A-8430-C9668A901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969171"/>
              </p:ext>
            </p:extLst>
          </p:nvPr>
        </p:nvGraphicFramePr>
        <p:xfrm>
          <a:off x="1543574" y="1690688"/>
          <a:ext cx="790336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62">
                  <a:extLst>
                    <a:ext uri="{9D8B030D-6E8A-4147-A177-3AD203B41FA5}">
                      <a16:colId xmlns:a16="http://schemas.microsoft.com/office/drawing/2014/main" val="28441749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76409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228852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81349368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입력 출력 동작 </a:t>
                      </a:r>
                      <a:r>
                        <a:rPr lang="en-US" altLang="ko-KR" dirty="0"/>
                        <a:t>Table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08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X0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X1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X2 (</a:t>
                      </a:r>
                      <a:r>
                        <a:rPr lang="ko-KR" altLang="en-US" dirty="0"/>
                        <a:t>스위치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Y0 (LED)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22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6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497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16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8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979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05361"/>
                  </a:ext>
                </a:extLst>
              </a:tr>
              <a:tr h="2915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641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67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5584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E9DF0-11C0-4F31-93F9-14861BB1C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3 OR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881DF8-3E56-49B5-B822-62F178F8C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9272"/>
            <a:ext cx="9983598" cy="5321281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ECEACA9-1E75-4479-9C18-60D1ED7BC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616520"/>
              </p:ext>
            </p:extLst>
          </p:nvPr>
        </p:nvGraphicFramePr>
        <p:xfrm>
          <a:off x="3330430" y="5002501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Fpga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EA90C8E-770B-44A0-9FD1-4D8D3DB3C4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1372"/>
              </p:ext>
            </p:extLst>
          </p:nvPr>
        </p:nvGraphicFramePr>
        <p:xfrm>
          <a:off x="8029663" y="5002501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77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A4D52-2DB4-E633-16EE-54FCFBA2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3 OR</a:t>
            </a:r>
            <a:r>
              <a:rPr lang="ko-KR" altLang="en-US" dirty="0"/>
              <a:t>게이트 </a:t>
            </a:r>
            <a:r>
              <a:rPr lang="en-US" altLang="ko-KR" dirty="0"/>
              <a:t>(</a:t>
            </a:r>
            <a:r>
              <a:rPr lang="ko-KR" altLang="en-US" dirty="0"/>
              <a:t>시뮬레이션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E5AC3A-88FD-93A2-5955-9B507B67D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51" y="1338951"/>
            <a:ext cx="11403503" cy="53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6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CE447E-8E4D-4E5A-9C9C-1FC137ADB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5778"/>
          </a:xfrm>
        </p:spPr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All Gate </a:t>
            </a:r>
            <a:r>
              <a:rPr lang="ko-KR" altLang="en-US" dirty="0"/>
              <a:t>동작테이블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ACDB304-B77E-494C-8CE2-4056D5FE2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717265"/>
              </p:ext>
            </p:extLst>
          </p:nvPr>
        </p:nvGraphicFramePr>
        <p:xfrm>
          <a:off x="678576" y="1190866"/>
          <a:ext cx="4212206" cy="139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103">
                  <a:extLst>
                    <a:ext uri="{9D8B030D-6E8A-4147-A177-3AD203B41FA5}">
                      <a16:colId xmlns:a16="http://schemas.microsoft.com/office/drawing/2014/main" val="2244239157"/>
                    </a:ext>
                  </a:extLst>
                </a:gridCol>
                <a:gridCol w="2106103">
                  <a:extLst>
                    <a:ext uri="{9D8B030D-6E8A-4147-A177-3AD203B41FA5}">
                      <a16:colId xmlns:a16="http://schemas.microsoft.com/office/drawing/2014/main" val="1106954364"/>
                    </a:ext>
                  </a:extLst>
                </a:gridCol>
              </a:tblGrid>
              <a:tr h="35361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입력 출력 동작 </a:t>
                      </a:r>
                      <a:r>
                        <a:rPr lang="en-US" altLang="ko-KR" sz="1600" dirty="0"/>
                        <a:t>Table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676267"/>
                  </a:ext>
                </a:extLst>
              </a:tr>
              <a:tr h="3536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X0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Y0 (LED)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6523404"/>
                  </a:ext>
                </a:extLst>
              </a:tr>
              <a:tr h="35361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151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8132680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C4F4B56-06F5-F055-D866-B6F855986A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292361"/>
              </p:ext>
            </p:extLst>
          </p:nvPr>
        </p:nvGraphicFramePr>
        <p:xfrm>
          <a:off x="4890782" y="1112570"/>
          <a:ext cx="723224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627">
                  <a:extLst>
                    <a:ext uri="{9D8B030D-6E8A-4147-A177-3AD203B41FA5}">
                      <a16:colId xmlns:a16="http://schemas.microsoft.com/office/drawing/2014/main" val="2995738840"/>
                    </a:ext>
                  </a:extLst>
                </a:gridCol>
                <a:gridCol w="1367406">
                  <a:extLst>
                    <a:ext uri="{9D8B030D-6E8A-4147-A177-3AD203B41FA5}">
                      <a16:colId xmlns:a16="http://schemas.microsoft.com/office/drawing/2014/main" val="1224947395"/>
                    </a:ext>
                  </a:extLst>
                </a:gridCol>
                <a:gridCol w="2181137">
                  <a:extLst>
                    <a:ext uri="{9D8B030D-6E8A-4147-A177-3AD203B41FA5}">
                      <a16:colId xmlns:a16="http://schemas.microsoft.com/office/drawing/2014/main" val="3347021418"/>
                    </a:ext>
                  </a:extLst>
                </a:gridCol>
                <a:gridCol w="2333073">
                  <a:extLst>
                    <a:ext uri="{9D8B030D-6E8A-4147-A177-3AD203B41FA5}">
                      <a16:colId xmlns:a16="http://schemas.microsoft.com/office/drawing/2014/main" val="4052713928"/>
                    </a:ext>
                  </a:extLst>
                </a:gridCol>
              </a:tblGrid>
              <a:tr h="295307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입력 출력 동작 </a:t>
                      </a:r>
                      <a:r>
                        <a:rPr lang="en-US" altLang="ko-KR" sz="1600" dirty="0"/>
                        <a:t>Table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373811"/>
                  </a:ext>
                </a:extLst>
              </a:tr>
              <a:tr h="3266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X0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X1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Y1 (LED) OR </a:t>
                      </a:r>
                      <a:r>
                        <a:rPr lang="ko-KR" altLang="en-US" sz="1600" dirty="0"/>
                        <a:t>게이트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Y2 (LED)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XOR </a:t>
                      </a:r>
                      <a:r>
                        <a:rPr lang="ko-KR" altLang="en-US" sz="1600" dirty="0"/>
                        <a:t>게이트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45915"/>
                  </a:ext>
                </a:extLst>
              </a:tr>
              <a:tr h="3266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067431"/>
                  </a:ext>
                </a:extLst>
              </a:tr>
              <a:tr h="3266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707875"/>
                  </a:ext>
                </a:extLst>
              </a:tr>
              <a:tr h="3266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097141"/>
                  </a:ext>
                </a:extLst>
              </a:tr>
              <a:tr h="3266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76200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71D5005-D51E-1A27-FA3F-F424B7E36F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88418"/>
              </p:ext>
            </p:extLst>
          </p:nvPr>
        </p:nvGraphicFramePr>
        <p:xfrm>
          <a:off x="609996" y="3124250"/>
          <a:ext cx="10972007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369">
                  <a:extLst>
                    <a:ext uri="{9D8B030D-6E8A-4147-A177-3AD203B41FA5}">
                      <a16:colId xmlns:a16="http://schemas.microsoft.com/office/drawing/2014/main" val="2844174904"/>
                    </a:ext>
                  </a:extLst>
                </a:gridCol>
                <a:gridCol w="1398255">
                  <a:extLst>
                    <a:ext uri="{9D8B030D-6E8A-4147-A177-3AD203B41FA5}">
                      <a16:colId xmlns:a16="http://schemas.microsoft.com/office/drawing/2014/main" val="4177640947"/>
                    </a:ext>
                  </a:extLst>
                </a:gridCol>
                <a:gridCol w="1356484">
                  <a:extLst>
                    <a:ext uri="{9D8B030D-6E8A-4147-A177-3AD203B41FA5}">
                      <a16:colId xmlns:a16="http://schemas.microsoft.com/office/drawing/2014/main" val="2022885206"/>
                    </a:ext>
                  </a:extLst>
                </a:gridCol>
                <a:gridCol w="2232660">
                  <a:extLst>
                    <a:ext uri="{9D8B030D-6E8A-4147-A177-3AD203B41FA5}">
                      <a16:colId xmlns:a16="http://schemas.microsoft.com/office/drawing/2014/main" val="2881349368"/>
                    </a:ext>
                  </a:extLst>
                </a:gridCol>
                <a:gridCol w="2202180">
                  <a:extLst>
                    <a:ext uri="{9D8B030D-6E8A-4147-A177-3AD203B41FA5}">
                      <a16:colId xmlns:a16="http://schemas.microsoft.com/office/drawing/2014/main" val="3471414444"/>
                    </a:ext>
                  </a:extLst>
                </a:gridCol>
                <a:gridCol w="2385059">
                  <a:extLst>
                    <a:ext uri="{9D8B030D-6E8A-4147-A177-3AD203B41FA5}">
                      <a16:colId xmlns:a16="http://schemas.microsoft.com/office/drawing/2014/main" val="1206039712"/>
                    </a:ext>
                  </a:extLst>
                </a:gridCol>
              </a:tblGrid>
              <a:tr h="331503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입력 출력 동작 </a:t>
                      </a:r>
                      <a:r>
                        <a:rPr lang="en-US" altLang="ko-KR" sz="1600" dirty="0"/>
                        <a:t>Table (X0,</a:t>
                      </a:r>
                      <a:r>
                        <a:rPr lang="ko-KR" altLang="en-US" sz="1600" dirty="0"/>
                        <a:t> </a:t>
                      </a:r>
                      <a:r>
                        <a:rPr lang="en-US" altLang="ko-KR" sz="1600" dirty="0"/>
                        <a:t>X1</a:t>
                      </a:r>
                      <a:r>
                        <a:rPr lang="ko-KR" altLang="en-US" sz="1600" dirty="0"/>
                        <a:t> 우선입력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108713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X0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X1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X2 (</a:t>
                      </a:r>
                      <a:r>
                        <a:rPr lang="ko-KR" altLang="en-US" sz="1600" dirty="0"/>
                        <a:t>스위치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Y3(LED) NAND</a:t>
                      </a:r>
                      <a:r>
                        <a:rPr lang="ko-KR" altLang="en-US" sz="1600" dirty="0"/>
                        <a:t>게이트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Y4(LED) NOR</a:t>
                      </a:r>
                      <a:r>
                        <a:rPr lang="ko-KR" altLang="en-US" sz="1600" dirty="0"/>
                        <a:t>게이트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Y5(LED) XNOR</a:t>
                      </a:r>
                      <a:r>
                        <a:rPr lang="ko-KR" altLang="en-US" sz="1600" dirty="0"/>
                        <a:t>게이트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922722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61115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49736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7161680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088054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9799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005361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7641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667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8220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27C57-BDAA-4CE7-AC63-FE861FDEF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All Gate (</a:t>
            </a:r>
            <a:r>
              <a:rPr lang="ko-KR" altLang="en-US" dirty="0"/>
              <a:t>가상회로</a:t>
            </a:r>
            <a:r>
              <a:rPr lang="en-US" altLang="ko-KR" dirty="0"/>
              <a:t>, </a:t>
            </a:r>
            <a:r>
              <a:rPr lang="en-US" altLang="ko-KR" dirty="0" err="1"/>
              <a:t>fpga</a:t>
            </a:r>
            <a:r>
              <a:rPr lang="en-US" altLang="ko-KR" dirty="0"/>
              <a:t> </a:t>
            </a:r>
            <a:r>
              <a:rPr lang="ko-KR" altLang="en-US" dirty="0"/>
              <a:t>회로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F72809B-4FEB-45C9-94DE-05F2ABFBE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85" y="1237018"/>
            <a:ext cx="9673318" cy="562098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54EA730-9557-4A1F-913E-7100455DA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535659"/>
              </p:ext>
            </p:extLst>
          </p:nvPr>
        </p:nvGraphicFramePr>
        <p:xfrm>
          <a:off x="939568" y="4373328"/>
          <a:ext cx="1435450" cy="889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8923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Fpga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B76F8C8-F197-4639-B52B-4AC5497F5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332231"/>
              </p:ext>
            </p:extLst>
          </p:nvPr>
        </p:nvGraphicFramePr>
        <p:xfrm>
          <a:off x="5995332" y="2326414"/>
          <a:ext cx="1435450" cy="8724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450">
                  <a:extLst>
                    <a:ext uri="{9D8B030D-6E8A-4147-A177-3AD203B41FA5}">
                      <a16:colId xmlns:a16="http://schemas.microsoft.com/office/drawing/2014/main" val="278104564"/>
                    </a:ext>
                  </a:extLst>
                </a:gridCol>
              </a:tblGrid>
              <a:tr h="8724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가상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회로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017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366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0528D-A45E-440A-AA02-3D1CC420B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</a:t>
            </a:r>
            <a:r>
              <a:rPr lang="en-US" altLang="ko-KR" dirty="0"/>
              <a:t>All Gate (</a:t>
            </a:r>
            <a:r>
              <a:rPr lang="ko-KR" altLang="en-US" dirty="0"/>
              <a:t>시뮬레이션 화면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0E4DDD-DC05-4564-AED0-9A3079363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95797"/>
            <a:ext cx="10170253" cy="50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6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364</Words>
  <Application>Microsoft Office PowerPoint</Application>
  <PresentationFormat>와이드스크린</PresentationFormat>
  <Paragraphs>165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 week4</vt:lpstr>
      <vt:lpstr>실습1 입력, 출력 (동작테이블)</vt:lpstr>
      <vt:lpstr>실습1 입력, 출력 (가상회로, fpga 회로)</vt:lpstr>
      <vt:lpstr>실습1 입력, 출력 (시뮬레이션 화면)</vt:lpstr>
      <vt:lpstr>실습2 AND게이트 (동작테이블)</vt:lpstr>
      <vt:lpstr>실습2 AND게이트 (가상회로, fpga 회로)</vt:lpstr>
      <vt:lpstr>실습2 AND게이트 (시뮬레이션 화면)</vt:lpstr>
      <vt:lpstr>실습3 OR게이트 (동작테이블)</vt:lpstr>
      <vt:lpstr>실습3 OR게이트 (가상회로, fpga 회로)</vt:lpstr>
      <vt:lpstr>실습3 OR게이트 (시뮬레이션 화면)</vt:lpstr>
      <vt:lpstr>과제 All Gate 동작테이블</vt:lpstr>
      <vt:lpstr>과제 All Gate (가상회로, fpga 회로)</vt:lpstr>
      <vt:lpstr>과제 All Gate (시뮬레이션 화면)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week4</dc:title>
  <dc:creator>USER</dc:creator>
  <cp:lastModifiedBy>taemin choi</cp:lastModifiedBy>
  <cp:revision>10</cp:revision>
  <dcterms:created xsi:type="dcterms:W3CDTF">2024-03-25T07:03:12Z</dcterms:created>
  <dcterms:modified xsi:type="dcterms:W3CDTF">2024-03-25T13:12:29Z</dcterms:modified>
</cp:coreProperties>
</file>