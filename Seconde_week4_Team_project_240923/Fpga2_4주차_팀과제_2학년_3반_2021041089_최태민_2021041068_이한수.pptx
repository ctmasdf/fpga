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2D0D1-2528-4582-AD7E-1ED0EB474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D687C2-490F-4695-B7E8-DF3E26B4C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9AF0B5-E0FC-46FC-849E-3B507044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29D33-D651-471C-83B4-7134CC40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4534B-7196-462E-89BE-F3C491E3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426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1BD413-2170-49D8-B3DC-B6D9832F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3B5FF-4ED6-4D69-A52D-C5FAF775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1758BB-15F6-4233-B5E3-821B8222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735AA-B303-49D6-A3D5-9D73FBD2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491DA-3EE1-4104-AADD-4A63488CB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091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D7EE8-CC92-41E4-BF27-05BB0E4B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31177C-750F-4433-B1DB-223DFA8D9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657D69-A7CD-46B6-AC44-3D37DE38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C6720-9338-4E1E-BC56-FB89090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A7DB3-E36F-44A5-AEB1-ADEB4A38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9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4DE24-7B48-48F9-B2B1-345CAB0A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C2408-5F35-4EC8-8022-45728B123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3320C1-B322-4CA9-A3CB-550446D35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63E026-F37C-4835-A99B-47F2F615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01CDE-C5E2-4BAB-9773-BC5AE00F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4587B8-08C5-4F8A-B324-0C847F1C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2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93428-8C81-46AB-A762-D18F1602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84521-B1CE-46F1-BDFC-801E1C79C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A7EAC4-0D96-46F7-B341-A5B003D06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2DC6CD-E73B-4A0F-8CA2-6C0C8D2E9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3EFFD0-C56E-4E46-9C1D-B3E39A44B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636614-0AA6-489F-B94C-418C4ACB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43F9C5-8799-447F-A814-8599D122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1FCEE1-F87D-4FAB-A580-9AE0ABB8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63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FE388-5172-4909-8DEB-963A1502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8CF856-AC66-492B-87CE-DF8E4D22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E99FCF-4871-4760-816F-A99A936E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D8F93F-F94E-44B7-BFDA-DD14065E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45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7D64CC-F6BE-4D7B-9908-D760A275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74B8D3-9075-4F4D-8854-78EA51179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9DFB0-2F54-4F04-8F31-0720D44D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50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DD956-E868-48F4-9DA2-0BCB4B56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B8041-BD27-4A64-9E68-3340BBCE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4E2C27-251D-437B-A504-D24F08884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757C8D-AE56-46BA-A0FD-719ED583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43B3D-460C-4AE0-9C13-3649EFAC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249E6-EB78-4D71-A1CF-89DCC5FE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07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49034-B90C-4BEA-A3C6-B8173D68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AA4BF3-8806-4662-96CD-5CF03AB81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8216A6-4EEE-4E5A-B2FB-74524A67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5BAEDD-B015-4D00-8BF4-D22B5C6A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35F435-3EB2-4D61-90B3-9C7451CC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FB8C3D-C9FC-4F54-BE60-29EB6FC2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70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034A8-DCC8-4304-B0E8-1E23C5A6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958F50-B6CF-4B6E-971C-18E77AE78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852BE-1CE9-445D-A986-FBF8F52D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386CB0-262C-4C02-AA5D-7485331D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7B8F8-D0E1-4483-A2F5-A0A17951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3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0F709-D406-45DA-8E22-8E3290936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C34A5A-00D0-4B48-AAB7-F5337369A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C2907-59AF-4796-A15C-A39A1251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C6739-F39C-45DD-9280-B00AAF94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4C2F3-0ADA-4FD5-B7F6-ECD36F6C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66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752C5C-DE49-41D1-825D-5C9740BB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592ADB-8A1B-4029-8940-FEC74B2A8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51087-8BFB-474D-AF4C-C821F9237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09E78-CBAE-4E73-867B-347CD5DA2C59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AE9AC-C1D9-459B-B71A-B36763E0C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A05E4-CC98-45BE-BB42-C902BA4E3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B2E32-07C4-430C-8BA5-A00DD43A2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DyMEUNakE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4F99E-7970-46A8-B933-D6CD20F8D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Fpga2 4</a:t>
            </a:r>
            <a:r>
              <a:rPr lang="ko-KR" altLang="en-US" dirty="0"/>
              <a:t>주차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606130-C133-4C76-89EA-924BCF217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학년 </a:t>
            </a:r>
            <a:r>
              <a:rPr lang="en-US" altLang="ko-KR" dirty="0"/>
              <a:t>3</a:t>
            </a:r>
            <a:r>
              <a:rPr lang="ko-KR" altLang="en-US" dirty="0"/>
              <a:t>반 </a:t>
            </a:r>
            <a:r>
              <a:rPr lang="en-US" altLang="ko-KR" dirty="0"/>
              <a:t>2021041089_</a:t>
            </a:r>
            <a:r>
              <a:rPr lang="ko-KR" altLang="en-US" dirty="0"/>
              <a:t>최태민</a:t>
            </a:r>
            <a:r>
              <a:rPr lang="en-US" altLang="ko-KR" dirty="0"/>
              <a:t>_2021041068_</a:t>
            </a:r>
            <a:r>
              <a:rPr lang="ko-KR" altLang="en-US" dirty="0" err="1"/>
              <a:t>이한수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T-Flip-Flop </a:t>
            </a:r>
            <a:r>
              <a:rPr lang="ko-KR" altLang="en-US" dirty="0"/>
              <a:t>동작영상</a:t>
            </a:r>
            <a:r>
              <a:rPr lang="en-US" altLang="ko-KR" dirty="0"/>
              <a:t>: https://youtu.be/40fSx7eilFY</a:t>
            </a:r>
          </a:p>
          <a:p>
            <a:r>
              <a:rPr lang="en-US" altLang="ko-KR" dirty="0"/>
              <a:t>JK-Flip-Flop </a:t>
            </a:r>
            <a:r>
              <a:rPr lang="ko-KR" altLang="en-US" dirty="0"/>
              <a:t>동작영상</a:t>
            </a:r>
            <a:r>
              <a:rPr lang="en-US" altLang="ko-KR" dirty="0"/>
              <a:t>: </a:t>
            </a:r>
            <a:r>
              <a:rPr lang="en-US" altLang="ko-KR" u="sng" dirty="0">
                <a:hlinkClick r:id="rId2"/>
              </a:rPr>
              <a:t>https://youtu.be/bDyMEUNakEw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1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2E6CA-AD4F-497D-90AE-72F4A4EB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 Flip-Flop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0A0E560-7696-4442-B88C-D21E3217E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53737"/>
              </p:ext>
            </p:extLst>
          </p:nvPr>
        </p:nvGraphicFramePr>
        <p:xfrm>
          <a:off x="1207168" y="250190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699990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874029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809482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861927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0142977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20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u="none" dirty="0" err="1"/>
                        <a:t>Qvar</a:t>
                      </a:r>
                      <a:endParaRPr lang="ko-KR" altLang="en-US" u="non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16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전상태 기억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2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전상태 기억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86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Toggle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37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66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2E6CA-AD4F-497D-90AE-72F4A4EB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 Flip-Flop Simulate, </a:t>
            </a:r>
            <a:r>
              <a:rPr lang="ko-KR" altLang="en-US" dirty="0" err="1"/>
              <a:t>어헤드화면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B1EDC2-EAE5-4426-BF62-9D9AEFE68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87" y="1922017"/>
            <a:ext cx="11954813" cy="19231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D1D575-CE5D-4916-911D-AD85C07D8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87" y="3845120"/>
            <a:ext cx="8987024" cy="296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4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2E6CA-AD4F-497D-90AE-72F4A4EB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JK Flip-Flop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1F340F5-6746-4CEA-9453-1ABBC2A7E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537619"/>
              </p:ext>
            </p:extLst>
          </p:nvPr>
        </p:nvGraphicFramePr>
        <p:xfrm>
          <a:off x="838200" y="2270225"/>
          <a:ext cx="8128002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3179263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0391008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45522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93679824"/>
                    </a:ext>
                  </a:extLst>
                </a:gridCol>
                <a:gridCol w="978121">
                  <a:extLst>
                    <a:ext uri="{9D8B030D-6E8A-4147-A177-3AD203B41FA5}">
                      <a16:colId xmlns:a16="http://schemas.microsoft.com/office/drawing/2014/main" val="3147926290"/>
                    </a:ext>
                  </a:extLst>
                </a:gridCol>
                <a:gridCol w="1731213">
                  <a:extLst>
                    <a:ext uri="{9D8B030D-6E8A-4147-A177-3AD203B41FA5}">
                      <a16:colId xmlns:a16="http://schemas.microsoft.com/office/drawing/2014/main" val="1743323109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입력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31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Qvar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695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전상태 기억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1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전상태 기억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827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25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Qvar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Toggle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665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7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2E6CA-AD4F-497D-90AE-72F4A4EB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JK Flip-Flop Simulate, </a:t>
            </a:r>
            <a:r>
              <a:rPr lang="ko-KR" altLang="en-US" dirty="0" err="1"/>
              <a:t>어헤드화면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138D8C-94CE-4DF2-80B8-3A4936108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30" y="1690688"/>
            <a:ext cx="9930065" cy="45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9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115</Words>
  <Application>Microsoft Office PowerPoint</Application>
  <PresentationFormat>와이드스크린</PresentationFormat>
  <Paragraphs>69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Fpga2 4주차 과제</vt:lpstr>
      <vt:lpstr>T Flip-Flop 동작테이블</vt:lpstr>
      <vt:lpstr>T Flip-Flop Simulate, 어헤드화면</vt:lpstr>
      <vt:lpstr>JK Flip-Flop 동작테이블</vt:lpstr>
      <vt:lpstr>JK Flip-Flop Simulate, 어헤드화면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Fpga2 4주차 과제</dc:title>
  <dc:creator>USER</dc:creator>
  <cp:lastModifiedBy>USER</cp:lastModifiedBy>
  <cp:revision>5</cp:revision>
  <dcterms:created xsi:type="dcterms:W3CDTF">2024-09-23T00:53:55Z</dcterms:created>
  <dcterms:modified xsi:type="dcterms:W3CDTF">2024-09-23T04:12:56Z</dcterms:modified>
</cp:coreProperties>
</file>