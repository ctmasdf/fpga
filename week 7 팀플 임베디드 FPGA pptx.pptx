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82" r:id="rId5"/>
    <p:sldId id="283" r:id="rId6"/>
    <p:sldId id="286" r:id="rId7"/>
    <p:sldId id="284" r:id="rId8"/>
    <p:sldId id="274" r:id="rId9"/>
    <p:sldId id="275" r:id="rId10"/>
    <p:sldId id="257" r:id="rId11"/>
    <p:sldId id="287" r:id="rId12"/>
    <p:sldId id="288" r:id="rId13"/>
    <p:sldId id="289" r:id="rId14"/>
    <p:sldId id="290" r:id="rId15"/>
    <p:sldId id="291" r:id="rId16"/>
    <p:sldId id="276" r:id="rId17"/>
    <p:sldId id="277" r:id="rId18"/>
    <p:sldId id="281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6968B-7DFE-4F39-81DF-D40EC679E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416E04-0777-4EF5-92F3-1F1DC3DBA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F8CD1-4475-485C-ADBB-61CF0592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4A5F89-7BDB-412C-A4FD-C1569EFA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BFC02-C0E6-44AF-9197-B0AF78C3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89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57AEF-2E28-42CA-88D7-C333309E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640D8-CFEE-4FBA-9997-33534BBBE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9E80F-78B1-4023-B455-1C29BD16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2CACB-C542-465C-809A-8EE164E4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4EB156-7032-4466-9DC6-012330DE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6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1B242-D39E-4DB5-8BCD-5F1B5A83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2F70AA-CF75-416E-B066-6C87DEECD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4DC65-B7CB-452E-97D7-EBA468D2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18F1F2-04E8-40F6-88BE-1E55F634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9E4A20-74FD-4BB0-8D72-51A8426C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97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1E2F8-612A-463F-A00A-8019BBAB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E8849-1A2B-478C-A0F7-AA48A43A3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EDAC44-8A98-4FDE-A9F9-BEE12ED93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D9CA94-8DE2-42B6-AFE5-5E3A26D1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D97D8B-BA7E-4E37-BEF9-D838BA37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DA1456-5776-450F-BB67-A05221F2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88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06F64-CCCD-45B3-A73F-F4D33876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BB167-EE02-484A-AF49-2DAF8978A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8D9864-5E86-41CF-BB6F-99B21E17A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949E65-88FE-42E1-B08E-66B5D563B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044DFB-E83C-4472-A743-C0A212FBB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46042C-0FE5-4A2E-8A63-2C3225B8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3330E0-7884-4BD1-A9AF-F65B0F11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B6C413-682C-46EE-B45C-1757E9EE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7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10DC-FE3D-4554-B46C-454BC435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0A6A2B-F7C7-4393-83B4-6177F051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9F0D46-4A4D-48E0-BF81-FC0BF45D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82BBAC-0D5C-4840-8025-1A899AB0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7E5A61-529C-42A5-A688-0AB6EFFF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E804E7-D3E7-441B-9A82-E07E4850E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B2C32B-C876-4CF5-8852-26C179DA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56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0F593-F44E-4753-9201-68A6343C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7B84B-E9B1-43EA-9D48-B6D1CCA26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5837CA-86BC-4355-9DD3-D0F92704F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DC8E01-D782-438B-B9C8-10D167B3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304AD2-2A2B-417B-93AE-FDEA7069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8A3855-678A-4ED7-BFB7-8A1E4D1A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1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13405-63EF-4862-B76E-5A5023EC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39D0E-F491-44EE-8EE1-31F36EDD9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E1CF66-6D23-467F-A8B2-30CF4E716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82C261-2DD6-4550-BD71-F1D20E97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101706-5C93-43DC-8D84-E8920391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6F02FC-E21A-42E8-B46D-06AC59C7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45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A6923-B0DE-4865-9426-DD17FC86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20A218-F260-44E3-8740-CF3F9AEFA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0BBD4-DA3B-4733-BE4C-82B987E5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9ED25E-1DCD-4297-9F23-202EC4A5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ADB3E2-9A76-4DB6-ADC8-EC65CCAC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81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CF58F4-18F9-448A-A1E0-DA53E38A1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98458E-FC85-456C-BA25-A349D7914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DA0B30-B24F-4E94-8C33-E325DA9C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AD245-5DD3-4101-9422-985D6C4D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C37D7-7F0F-47F0-B0DA-802401B0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10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5C1D2D-C4E4-4E50-BEA0-D530B523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46AE04-7EB0-4584-B731-0A039167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DFDB2-2508-4A37-BC1F-AA80D7379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621CC-1CBC-48E5-B062-5083A60FDEF2}" type="datetimeFigureOut">
              <a:rPr lang="ko-KR" altLang="en-US" smtClean="0"/>
              <a:t>2024-04-17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FEADD-6EA8-4D04-BF4F-40C94B1A7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CB6D5-3FB9-43F7-9FC5-E77FA28CC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29799-1196-4F56-B077-47CE23CE0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0FCFE-C4F4-4078-B40B-18D1ABA246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임베디드 </a:t>
            </a:r>
            <a:r>
              <a:rPr lang="en-US" altLang="ko-KR" dirty="0"/>
              <a:t>FPGA </a:t>
            </a:r>
            <a:br>
              <a:rPr lang="en-US" altLang="ko-KR" dirty="0"/>
            </a:br>
            <a:r>
              <a:rPr lang="en-US" altLang="ko-KR" dirty="0"/>
              <a:t>week7 </a:t>
            </a:r>
            <a:r>
              <a:rPr lang="ko-KR" altLang="en-US" dirty="0"/>
              <a:t>실습</a:t>
            </a:r>
            <a:r>
              <a:rPr lang="en-US" altLang="ko-KR" dirty="0"/>
              <a:t>,</a:t>
            </a:r>
            <a:r>
              <a:rPr lang="ko-KR" altLang="en-US" dirty="0"/>
              <a:t>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794465-623A-47AC-A1F3-D74F1ADF13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2019041066	 </a:t>
            </a:r>
            <a:r>
              <a:rPr lang="ko-KR" altLang="en-US" dirty="0"/>
              <a:t>송기준 </a:t>
            </a:r>
            <a:r>
              <a:rPr lang="en-US" altLang="ko-KR" dirty="0"/>
              <a:t>2021041089 </a:t>
            </a:r>
            <a:r>
              <a:rPr lang="ko-KR" altLang="en-US" dirty="0"/>
              <a:t>최태민</a:t>
            </a:r>
          </a:p>
        </p:txBody>
      </p:sp>
    </p:spTree>
    <p:extLst>
      <p:ext uri="{BB962C8B-B14F-4D97-AF65-F5344CB8AC3E}">
        <p14:creationId xmlns:p14="http://schemas.microsoft.com/office/powerpoint/2010/main" val="138625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EFAD6-5867-4E39-9BFC-3BB812F9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1) </a:t>
            </a:r>
            <a:r>
              <a:rPr lang="en-US" altLang="ko-KR" dirty="0" err="1"/>
              <a:t>std_logic</a:t>
            </a:r>
            <a:r>
              <a:rPr lang="en-US" altLang="ko-KR" dirty="0"/>
              <a:t>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C68BC96-C6FC-426E-AFDE-2D907634A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663835"/>
              </p:ext>
            </p:extLst>
          </p:nvPr>
        </p:nvGraphicFramePr>
        <p:xfrm>
          <a:off x="838200" y="1825625"/>
          <a:ext cx="9347196" cy="4058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799">
                  <a:extLst>
                    <a:ext uri="{9D8B030D-6E8A-4147-A177-3AD203B41FA5}">
                      <a16:colId xmlns:a16="http://schemas.microsoft.com/office/drawing/2014/main" val="4001085402"/>
                    </a:ext>
                  </a:extLst>
                </a:gridCol>
                <a:gridCol w="2336799">
                  <a:extLst>
                    <a:ext uri="{9D8B030D-6E8A-4147-A177-3AD203B41FA5}">
                      <a16:colId xmlns:a16="http://schemas.microsoft.com/office/drawing/2014/main" val="4251867615"/>
                    </a:ext>
                  </a:extLst>
                </a:gridCol>
                <a:gridCol w="2336799">
                  <a:extLst>
                    <a:ext uri="{9D8B030D-6E8A-4147-A177-3AD203B41FA5}">
                      <a16:colId xmlns:a16="http://schemas.microsoft.com/office/drawing/2014/main" val="2713385966"/>
                    </a:ext>
                  </a:extLst>
                </a:gridCol>
                <a:gridCol w="2336799">
                  <a:extLst>
                    <a:ext uri="{9D8B030D-6E8A-4147-A177-3AD203B41FA5}">
                      <a16:colId xmlns:a16="http://schemas.microsoft.com/office/drawing/2014/main" val="991434115"/>
                    </a:ext>
                  </a:extLst>
                </a:gridCol>
              </a:tblGrid>
              <a:tr h="185803"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642216"/>
                  </a:ext>
                </a:extLst>
              </a:tr>
              <a:tr h="1858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142799"/>
                  </a:ext>
                </a:extLst>
              </a:tr>
              <a:tr h="371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307082"/>
                  </a:ext>
                </a:extLst>
              </a:tr>
              <a:tr h="371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90788"/>
                  </a:ext>
                </a:extLst>
              </a:tr>
              <a:tr h="371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963909"/>
                  </a:ext>
                </a:extLst>
              </a:tr>
              <a:tr h="371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447420"/>
                  </a:ext>
                </a:extLst>
              </a:tr>
              <a:tr h="371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253697"/>
                  </a:ext>
                </a:extLst>
              </a:tr>
              <a:tr h="371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595186"/>
                  </a:ext>
                </a:extLst>
              </a:tr>
              <a:tr h="1238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038447"/>
                  </a:ext>
                </a:extLst>
              </a:tr>
              <a:tr h="2418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868916"/>
                  </a:ext>
                </a:extLst>
              </a:tr>
              <a:tr h="1238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007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56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4103B-EFAB-44D8-A7FF-69C60B48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70" y="365125"/>
            <a:ext cx="11102130" cy="1325563"/>
          </a:xfrm>
        </p:spPr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1) FPGA </a:t>
            </a:r>
            <a:r>
              <a:rPr lang="ko-KR" altLang="en-US" dirty="0"/>
              <a:t>회로        과제</a:t>
            </a:r>
            <a:r>
              <a:rPr lang="en-US" altLang="ko-KR" dirty="0"/>
              <a:t>1) </a:t>
            </a:r>
            <a:r>
              <a:rPr lang="ko-KR" altLang="en-US" dirty="0"/>
              <a:t>가상회로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DAD4D8-9D53-438C-810C-11278E64D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9530"/>
            <a:ext cx="12192000" cy="472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12E0F-72A1-4A0F-A70A-CCDC719D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1) VECTOR_</a:t>
            </a:r>
            <a:r>
              <a:rPr lang="ko-KR" altLang="en-US" dirty="0"/>
              <a:t>내부회로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E145B2-7C49-4E81-BD15-074C72663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8276"/>
            <a:ext cx="12192000" cy="354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35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EAD40-6B02-4297-921A-D75BCC6E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1) VECTOR_FPGA</a:t>
            </a:r>
            <a:r>
              <a:rPr lang="ko-KR" altLang="en-US" dirty="0"/>
              <a:t>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433881-6F0C-4BCF-A4D9-D348DB098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28549"/>
            <a:ext cx="9444789" cy="454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5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2D2CF-103C-4356-BD22-47318652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1) LOGIC_</a:t>
            </a:r>
            <a:r>
              <a:rPr lang="ko-KR" altLang="en-US" dirty="0"/>
              <a:t>시뮬레이션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98DA2-EF8C-40E9-97F7-D254174FA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7" y="1571680"/>
            <a:ext cx="12192000" cy="445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0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8EB49-0412-49C9-AAEC-160F807A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1) VECTOR_</a:t>
            </a:r>
            <a:r>
              <a:rPr lang="ko-KR" altLang="en-US" dirty="0"/>
              <a:t>시뮬레이션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94504C-2C7D-4637-A10B-218C80F55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0622"/>
            <a:ext cx="12192000" cy="448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1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457C6-DF17-43E8-A479-FDC09C87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 </a:t>
            </a:r>
            <a:r>
              <a:rPr lang="en-US" altLang="ko-KR" dirty="0" err="1"/>
              <a:t>std_logic</a:t>
            </a:r>
            <a:r>
              <a:rPr lang="en-US" altLang="ko-KR" dirty="0"/>
              <a:t> 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4" name="내용 개체 틀 6">
            <a:extLst>
              <a:ext uri="{FF2B5EF4-FFF2-40B4-BE49-F238E27FC236}">
                <a16:creationId xmlns:a16="http://schemas.microsoft.com/office/drawing/2014/main" id="{EC815D09-359A-4ADE-B09C-95E2DE614D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747396"/>
              </p:ext>
            </p:extLst>
          </p:nvPr>
        </p:nvGraphicFramePr>
        <p:xfrm>
          <a:off x="838200" y="1825625"/>
          <a:ext cx="10515600" cy="4019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382">
                  <a:extLst>
                    <a:ext uri="{9D8B030D-6E8A-4147-A177-3AD203B41FA5}">
                      <a16:colId xmlns:a16="http://schemas.microsoft.com/office/drawing/2014/main" val="3215666540"/>
                    </a:ext>
                  </a:extLst>
                </a:gridCol>
                <a:gridCol w="1319518">
                  <a:extLst>
                    <a:ext uri="{9D8B030D-6E8A-4147-A177-3AD203B41FA5}">
                      <a16:colId xmlns:a16="http://schemas.microsoft.com/office/drawing/2014/main" val="11075500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9096946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253392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965892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9916465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38522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152017"/>
                    </a:ext>
                  </a:extLst>
                </a:gridCol>
              </a:tblGrid>
              <a:tr h="4680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226655"/>
                  </a:ext>
                </a:extLst>
              </a:tr>
              <a:tr h="54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48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30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87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59321"/>
                  </a:ext>
                </a:extLst>
              </a:tr>
              <a:tr h="420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57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56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532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333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937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414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6">
            <a:extLst>
              <a:ext uri="{FF2B5EF4-FFF2-40B4-BE49-F238E27FC236}">
                <a16:creationId xmlns:a16="http://schemas.microsoft.com/office/drawing/2014/main" id="{387AC645-0962-4302-8A30-9CD5A8690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627799"/>
              </p:ext>
            </p:extLst>
          </p:nvPr>
        </p:nvGraphicFramePr>
        <p:xfrm>
          <a:off x="838200" y="1476461"/>
          <a:ext cx="10515600" cy="451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382">
                  <a:extLst>
                    <a:ext uri="{9D8B030D-6E8A-4147-A177-3AD203B41FA5}">
                      <a16:colId xmlns:a16="http://schemas.microsoft.com/office/drawing/2014/main" val="3215666540"/>
                    </a:ext>
                  </a:extLst>
                </a:gridCol>
                <a:gridCol w="1319518">
                  <a:extLst>
                    <a:ext uri="{9D8B030D-6E8A-4147-A177-3AD203B41FA5}">
                      <a16:colId xmlns:a16="http://schemas.microsoft.com/office/drawing/2014/main" val="11075500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9096946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253392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965892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9916465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38522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152017"/>
                    </a:ext>
                  </a:extLst>
                </a:gridCol>
              </a:tblGrid>
              <a:tr h="452567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226655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486823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30026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875177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59321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57038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561693"/>
                  </a:ext>
                </a:extLst>
              </a:tr>
              <a:tr h="452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53297"/>
                  </a:ext>
                </a:extLst>
              </a:tr>
              <a:tr h="446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33375"/>
                  </a:ext>
                </a:extLst>
              </a:tr>
              <a:tr h="446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937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87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C9E34-7333-43B0-B00A-A4552F12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 </a:t>
            </a:r>
            <a:r>
              <a:rPr lang="en-US" altLang="ko-KR" dirty="0" err="1"/>
              <a:t>std_logic</a:t>
            </a:r>
            <a:r>
              <a:rPr lang="en-US" altLang="ko-KR" dirty="0"/>
              <a:t>  </a:t>
            </a:r>
            <a:r>
              <a:rPr lang="ko-KR" altLang="en-US" dirty="0"/>
              <a:t>내부회로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CB7F4B-558A-43C7-845C-D11BD966D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7808"/>
            <a:ext cx="12192000" cy="508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13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D5FD7-4F5A-4222-8B01-3AF4E618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  FPGA</a:t>
            </a:r>
            <a:r>
              <a:rPr lang="ko-KR" altLang="en-US" dirty="0"/>
              <a:t>회로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9DE1B6-2ED1-4BD5-B1CF-2A060E5C2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19" y="1690688"/>
            <a:ext cx="9704769" cy="48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1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B1941-70CD-405A-B579-1A94EB7B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 VECTOR_</a:t>
            </a:r>
            <a:r>
              <a:rPr lang="ko-KR" altLang="en-US" dirty="0"/>
              <a:t>내부회로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D31ED9-4AB3-417C-BBC0-1B2106AF3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696"/>
            <a:ext cx="12192000" cy="512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03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ADA28-5DAC-4288-A250-F14DAAE7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 VECTOR_FPGA</a:t>
            </a:r>
            <a:r>
              <a:rPr lang="ko-KR" altLang="en-US" dirty="0"/>
              <a:t>회로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0BA2D0-6B46-4B73-BA56-D3F7773A0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9460832" cy="52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4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7C865-AE1E-403B-A7DE-871F6446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</a:t>
            </a:r>
            <a:r>
              <a:rPr lang="ko-KR" altLang="en-US" dirty="0"/>
              <a:t> </a:t>
            </a:r>
            <a:r>
              <a:rPr lang="en-US" altLang="ko-KR" dirty="0"/>
              <a:t>STD_LOGIC</a:t>
            </a:r>
            <a:r>
              <a:rPr lang="ko-KR" altLang="en-US" dirty="0"/>
              <a:t> 시뮬레이션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621B79-FCCC-4E2E-BEC9-A4B1A1C5B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4" y="1341364"/>
            <a:ext cx="11518232" cy="515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2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587C6-C933-4FB4-96C2-BA81F8B9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2)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시뮬레이션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9CD154-1864-41DA-B95A-3922D367C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1457"/>
            <a:ext cx="12192000" cy="463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36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47DF6-FEEB-455B-BBAF-B49A4312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3) </a:t>
            </a:r>
            <a:r>
              <a:rPr lang="en-US" altLang="ko-KR" dirty="0" err="1"/>
              <a:t>std_logic</a:t>
            </a:r>
            <a:r>
              <a:rPr lang="en-US" altLang="ko-KR" dirty="0"/>
              <a:t> 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4" name="내용 개체 틀 6">
            <a:extLst>
              <a:ext uri="{FF2B5EF4-FFF2-40B4-BE49-F238E27FC236}">
                <a16:creationId xmlns:a16="http://schemas.microsoft.com/office/drawing/2014/main" id="{4156F34E-6DEB-4DC6-B702-D0B3CB393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708355"/>
              </p:ext>
            </p:extLst>
          </p:nvPr>
        </p:nvGraphicFramePr>
        <p:xfrm>
          <a:off x="838200" y="1825625"/>
          <a:ext cx="10515601" cy="3983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180">
                  <a:extLst>
                    <a:ext uri="{9D8B030D-6E8A-4147-A177-3AD203B41FA5}">
                      <a16:colId xmlns:a16="http://schemas.microsoft.com/office/drawing/2014/main" val="3215666540"/>
                    </a:ext>
                  </a:extLst>
                </a:gridCol>
                <a:gridCol w="1717180">
                  <a:extLst>
                    <a:ext uri="{9D8B030D-6E8A-4147-A177-3AD203B41FA5}">
                      <a16:colId xmlns:a16="http://schemas.microsoft.com/office/drawing/2014/main" val="1107550069"/>
                    </a:ext>
                  </a:extLst>
                </a:gridCol>
                <a:gridCol w="1717180">
                  <a:extLst>
                    <a:ext uri="{9D8B030D-6E8A-4147-A177-3AD203B41FA5}">
                      <a16:colId xmlns:a16="http://schemas.microsoft.com/office/drawing/2014/main" val="590969466"/>
                    </a:ext>
                  </a:extLst>
                </a:gridCol>
                <a:gridCol w="1420711">
                  <a:extLst>
                    <a:ext uri="{9D8B030D-6E8A-4147-A177-3AD203B41FA5}">
                      <a16:colId xmlns:a16="http://schemas.microsoft.com/office/drawing/2014/main" val="33965892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9916465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38522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7115201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226655"/>
                  </a:ext>
                </a:extLst>
              </a:tr>
              <a:tr h="54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48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30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87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59321"/>
                  </a:ext>
                </a:extLst>
              </a:tr>
              <a:tr h="420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57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56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532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333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937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10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5277F-A4FE-4D56-B790-2BA87158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3) STD_LOGIC </a:t>
            </a:r>
            <a:r>
              <a:rPr lang="ko-KR" altLang="en-US" dirty="0"/>
              <a:t>가상회로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08CA42-2266-4352-96DF-D48751977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999"/>
            <a:ext cx="12192000" cy="457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86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7CA59-0BB8-4D09-B02C-FF51D754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3) STD_LOGIC_VECTOR </a:t>
            </a:r>
            <a:r>
              <a:rPr lang="ko-KR" altLang="en-US" dirty="0"/>
              <a:t>가상회로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8D5359-E040-433B-984F-815882E5D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5836"/>
            <a:ext cx="12192000" cy="527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13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C44E9-FE6A-4350-86A0-F17AF634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FPGA </a:t>
            </a:r>
            <a:r>
              <a:rPr lang="ko-KR" altLang="en-US" dirty="0"/>
              <a:t>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313621-6031-47D6-9B1F-8994391C7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6" y="1600104"/>
            <a:ext cx="11845255" cy="498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44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C2F7E-614D-4AAA-9EF9-870F33DE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3) STD_LOGIC </a:t>
            </a:r>
            <a:r>
              <a:rPr lang="ko-KR" altLang="en-US" dirty="0"/>
              <a:t>시뮬레이션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4D9043-92BE-42BD-827E-0C372BB3B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4309"/>
            <a:ext cx="12192000" cy="278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56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90E61-686F-40EE-AEAC-49480F87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3) STD_LOGIC_VECTOR </a:t>
            </a:r>
            <a:r>
              <a:rPr lang="ko-KR" altLang="en-US" dirty="0"/>
              <a:t>시뮬레이션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BCAB83-31C1-476D-A611-7827BF46D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" y="1709497"/>
            <a:ext cx="11450648" cy="413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8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390</Words>
  <Application>Microsoft Office PowerPoint</Application>
  <PresentationFormat>와이드스크린</PresentationFormat>
  <Paragraphs>272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임베디드 FPGA  week7 실습,과제</vt:lpstr>
      <vt:lpstr>과제 1) std_logic 동작테이블</vt:lpstr>
      <vt:lpstr>과제1) FPGA 회로        과제1) 가상회로</vt:lpstr>
      <vt:lpstr>과제1) VECTOR_내부회로</vt:lpstr>
      <vt:lpstr>과제1) VECTOR_FPGA회로</vt:lpstr>
      <vt:lpstr>과제1) LOGIC_시뮬레이션</vt:lpstr>
      <vt:lpstr>과제1) VECTOR_시뮬레이션</vt:lpstr>
      <vt:lpstr>과제2) std_logic  동작테이블</vt:lpstr>
      <vt:lpstr>PowerPoint 프레젠테이션</vt:lpstr>
      <vt:lpstr>과제2) std_logic  내부회로</vt:lpstr>
      <vt:lpstr>과제2)  FPGA회로 </vt:lpstr>
      <vt:lpstr>과제2) VECTOR_내부회로</vt:lpstr>
      <vt:lpstr>과제2) VECTOR_FPGA회로</vt:lpstr>
      <vt:lpstr>과제2) STD_LOGIC 시뮬레이션</vt:lpstr>
      <vt:lpstr>과제2) VECTOR 시뮬레이션</vt:lpstr>
      <vt:lpstr>과제3) std_logic  동작테이블</vt:lpstr>
      <vt:lpstr>과제3) STD_LOGIC 가상회로</vt:lpstr>
      <vt:lpstr>과제3) STD_LOGIC_VECTOR 가상회로 </vt:lpstr>
      <vt:lpstr>FPGA 회로</vt:lpstr>
      <vt:lpstr>과제3) STD_LOGIC 시뮬레이션</vt:lpstr>
      <vt:lpstr>과제3) STD_LOGIC_VECTOR 시뮬레이션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임베디드 FPGA</dc:title>
  <dc:creator>USER</dc:creator>
  <cp:lastModifiedBy>USER</cp:lastModifiedBy>
  <cp:revision>30</cp:revision>
  <dcterms:created xsi:type="dcterms:W3CDTF">2024-04-08T05:03:49Z</dcterms:created>
  <dcterms:modified xsi:type="dcterms:W3CDTF">2024-04-17T02:46:57Z</dcterms:modified>
</cp:coreProperties>
</file>